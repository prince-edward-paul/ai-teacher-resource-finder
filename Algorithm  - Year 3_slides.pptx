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25"/>
    <p:sldId id="269" r:id="rId26"/>
    <p:sldId id="270" r:id="rId27"/>
    <p:sldId id="271" r:id="rId28"/>
    <p:sldId id="272" r:id="rId29"/>
    <p:sldId id="273" r:id="rId30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Georgia Pro Condens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4F6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 dirty="0" smtClean="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Mr. Edward Paul</a:t>
            </a:r>
            <a:endParaRPr lang="en-US" sz="3800" u="none" strike="noStrike" spc="-57" dirty="0">
              <a:solidFill>
                <a:srgbClr val="1C1C1C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Algorithms: Searching and Sorting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3581400"/>
            <a:chOff x="0" y="0"/>
            <a:chExt cx="17259300" cy="4775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Understanding Algorithms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Their Importance in Computer Science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59641"/>
              <a:ext cx="13512134" cy="171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Algorithms are essential, defined as step-by-step procedures for solving problems. They enable computers to efficiently process information, making them a fundamental aspect of computer science and programming.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82996"/>
            <a:ext cx="4738234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how algorithms locate data effectively through different searching techniques.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Search Algorithms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82996"/>
            <a:ext cx="4741615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 the efficiency differences between linear and binary search methods in data retrieval.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Efficiencies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81844"/>
            <a:ext cx="4691983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the basics of bubble sort and how it organizes data through comparisons.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Learning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Linear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Sequential Scanning for Data Retrieval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a straightforward algorithm that checks each element in a list sequentially until it finds the target value or reaches the end of the list.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Simple 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method is easy to implement but can be inefficient for large datasets, as it might require examining every single item before locating the desired information.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 Cases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particularly useful for small or unsorted datasets where quick implementation is necessary, making it an ideal choice for simple search tasks.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4F6F8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Binary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Divide and Conquer Method Explained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a fast search algorithm that finds the position of a target value within a sorted array, using a divide-and-conquer strategy for efficiency.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algorithm repeatedly divides the search interval in half; comparing the target value to the middle element, it narrows down the potential location until the target is found.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For binary search to work, the data must be sorted beforehand; this prerequisite allows the algorithm to efficiently eliminate half of the remaining elements with each comparison.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A66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829550"/>
            <a:ext cx="2876550" cy="1231011"/>
            <a:chOff x="0" y="0"/>
            <a:chExt cx="3835400" cy="164134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has O(n) time complexity.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7865173"/>
            <a:ext cx="2876550" cy="1231011"/>
            <a:chOff x="0" y="0"/>
            <a:chExt cx="3835400" cy="16413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Pros and Cons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faster but needs sorted data.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Comparing Efficiency of Search Algorithms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357562"/>
            <a:ext cx="544593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Linear 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9118" y="5086350"/>
            <a:ext cx="544593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linear search, each element is examined sequentially until the target is found. This straightforward approach is effective for small or unsorted datasets, but can be slow for larger lists.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9850" y="3357562"/>
            <a:ext cx="544618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Binary 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1966" y="5086350"/>
            <a:ext cx="5446184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Binary search requires a sorted list, dividing the search space in half repeatedly, which drastically reduces the number of checks needed to find the target value, making it more efficient than linear search.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72950" y="3357562"/>
            <a:ext cx="54483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Efficiency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2950" y="5086350"/>
            <a:ext cx="5448300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Comparing the two searches, linear search has a time complexity of O(n), while binary search operates at O(log n), highlighting the significant efficiency gained through the divide-and-conquer strategy of binary search.</a:t>
            </a:r>
          </a:p>
        </p:txBody>
      </p:sp>
      <p:sp>
        <p:nvSpPr>
          <p:cNvPr id="8" name="AutoShape 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w="19050" cap="flat">
            <a:solidFill>
              <a:srgbClr val="2A3A6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69118" y="42481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21966" y="4248150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2950" y="42481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Bubble Sort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Introducing Sorting Algorithms and Their Importance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73471"/>
            <a:ext cx="4738234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 adjacent elements to determine if they need swapping for sorting.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Elements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73471"/>
            <a:ext cx="4741615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Elements are swapped if they are in the wrong order, ensuring sorting progress.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Swap if Needed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72319"/>
            <a:ext cx="4691983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sorting process continues with repeated passes until the entire list is sorted.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Repeat Passes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3352800"/>
            <a:ext cx="11201400" cy="6267450"/>
            <a:chOff x="0" y="0"/>
            <a:chExt cx="147105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6267450"/>
            <a:chOff x="0" y="0"/>
            <a:chExt cx="715512" cy="82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Tracing Bubble Sort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BCE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Takeaways and Insights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34675" y="6944836"/>
            <a:ext cx="6886575" cy="1837373"/>
            <a:chOff x="0" y="0"/>
            <a:chExt cx="9182100" cy="24498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Tracing Importance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15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algorithms requires </a:t>
              </a: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step-by-step tracing practice.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34675" y="4248150"/>
            <a:ext cx="6886575" cy="1808798"/>
            <a:chOff x="0" y="0"/>
            <a:chExt cx="9182100" cy="24117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Sorting Concepts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Bubble sort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an essential foundational sorting algorithm.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1562100"/>
            <a:ext cx="6886575" cy="1808798"/>
            <a:chOff x="0" y="0"/>
            <a:chExt cx="9182100" cy="24117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Search Algorithms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and binary searches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each have distinct strengths.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A3A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9001760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 tracing algorithms today!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Continue Learning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on Algorithm  - Year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AI-Generated Teaching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Okay, this is going to be a fun one! Algorithms for Year 3 need to be hands-on,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 Lesson Pack: Algorithms - Year 3</a:t>
            </a:r>
          </a:p>
          <a:p/>
          <a:p>
            <a:r>
              <a:rPr sz="2000"/>
              <a:t>**Topic:** Introduction to Algorithms</a:t>
            </a:r>
          </a:p>
          <a:p>
            <a:r>
              <a:rPr sz="2000"/>
              <a:t>**Target Age:** Year 3 (7-8 years old)</a:t>
            </a:r>
          </a:p>
          <a:p>
            <a:r>
              <a:rPr sz="2000"/>
              <a:t>**Duration:** 45-60 minutes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1. Lesson Objectives</a:t>
            </a:r>
          </a:p>
          <a:p/>
          <a:p>
            <a:r>
              <a:rPr sz="2000"/>
              <a:t>By the end of this lesson, students will be able to:</a:t>
            </a:r>
          </a:p>
          <a:p/>
          <a:p>
            <a:r>
              <a:rPr sz="2000"/>
              <a:t>*   **I can explain** what an algorithm is in my own words (a set of instructions to do something).</a:t>
            </a:r>
          </a:p>
          <a:p>
            <a:r>
              <a:rPr sz="2000"/>
              <a:t>*   **I can identify** examples of algorithms in everyday life.</a:t>
            </a:r>
          </a:p>
          <a:p>
            <a:r>
              <a:rPr sz="2000"/>
              <a:t>*   **I can understand** why the order of instructions in an algorithm is important.</a:t>
            </a:r>
          </a:p>
          <a:p>
            <a:r>
              <a:rPr sz="2000"/>
              <a:t>*   **I can create** a simple algorithm for a common task.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2. Introduction / Starter Activity (10 minutes)</a:t>
            </a:r>
          </a:p>
          <a:p/>
          <a:p>
            <a:r>
              <a:rPr sz="2000"/>
              <a:t>**Title:** "Jumbled Up Morning!"</a:t>
            </a:r>
          </a:p>
          <a:p/>
          <a:p>
            <a:r>
              <a:rPr sz="2000"/>
              <a:t>**Activity:**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**Teacher:** "Good morning, everyone! Imagine you've just woken up. What's the 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**Teacher:** Show a set of large picture cards (or write on the board) with comm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Brush teeth</a:t>
            </a:r>
          </a:p>
          <a:p>
            <a:r>
              <a:rPr sz="2000"/>
              <a:t>    *   Eat breakfast</a:t>
            </a:r>
          </a:p>
          <a:p>
            <a:r>
              <a:rPr sz="2000"/>
              <a:t>    *   Get dressed</a:t>
            </a:r>
          </a:p>
          <a:p>
            <a:r>
              <a:rPr sz="2000"/>
              <a:t>    *   Wake up</a:t>
            </a:r>
          </a:p>
          <a:p>
            <a:r>
              <a:rPr sz="2000"/>
              <a:t>    *   Pack school bag</a:t>
            </a:r>
          </a:p>
          <a:p>
            <a:r>
              <a:rPr sz="2000"/>
              <a:t>    *   Put on shoes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**Task:** Ask students, individually or in pairs, to put the steps in the correc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**Discussion:**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"Why is it important to do these things in a certain order?" (e.g., "If I put my shoes on before my socks, that would be silly!").</a:t>
            </a:r>
          </a:p>
          <a:p>
            <a:r>
              <a:rPr sz="2000"/>
              <a:t>    *   "What happens if you miss a step?" (e.g., "Oh no, I forgot to put on my uniform!").</a:t>
            </a:r>
          </a:p>
          <a:p>
            <a:r>
              <a:rPr sz="2000"/>
              <a:t>    *   **Introduce the term:** "These steps, done in a special order to get something done, are just like what we call an **algorithm** in computing!"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3. Key Teaching Points (10 minutes)</a:t>
            </a:r>
          </a:p>
          <a:p/>
          <a:p>
            <a:r>
              <a:rPr sz="2000"/>
              <a:t>**Key Concept 1: What is an Algorithm?**</a:t>
            </a:r>
          </a:p>
          <a:p>
            <a:r>
              <a:rPr sz="2000"/>
              <a:t>*   **Definition:** An algorithm is a set of clear, step-by-step instructions that tell you (or a computer!) how to complete a task or solve a problem.</a:t>
            </a:r>
          </a:p>
          <a:p>
            <a:r>
              <a:rPr sz="2000"/>
              <a:t>*   **Analogy:** Think of it like a recipe for baking a cake, or instructions for building a LEGO model. If you follow the steps exactly, you'll get the right result!</a:t>
            </a:r>
          </a:p>
          <a:p>
            <a:r>
              <a:rPr sz="2000"/>
              <a:t>*   **Teacher Example:**</a:t>
            </a:r>
          </a:p>
          <a:p>
            <a:r>
              <a:rPr sz="2000"/>
              <a:t>    *   "How to make a jam sandwich." (Write simple steps on the board).</a:t>
            </a:r>
          </a:p>
          <a:p>
            <a:r>
              <a:rPr sz="2000"/>
              <a:t>        1.  Get two slices of bread.</a:t>
            </a:r>
          </a:p>
          <a:p>
            <a:r>
              <a:rPr sz="2000"/>
              <a:t>        2.  Get some butter/margarine.</a:t>
            </a:r>
          </a:p>
          <a:p>
            <a:r>
              <a:rPr sz="2000"/>
              <a:t>        3.  Get some jam.</a:t>
            </a:r>
          </a:p>
          <a:p>
            <a:r>
              <a:rPr sz="2000"/>
              <a:t>        4.  Spread butter on one side of each slice of bread.</a:t>
            </a:r>
          </a:p>
          <a:p>
            <a:r>
              <a:rPr sz="2000"/>
              <a:t>        5.  Spread jam on one buttered side.</a:t>
            </a:r>
          </a:p>
          <a:p>
            <a:r>
              <a:rPr sz="2000"/>
              <a:t>        6.  Put the two slices of bread together (jam side facing buttered side).</a:t>
            </a:r>
          </a:p>
          <a:p>
            <a:r>
              <a:rPr sz="2000"/>
              <a:t>        7.  Enjoy!</a:t>
            </a:r>
          </a:p>
          <a:p/>
          <a:p>
            <a:r>
              <a:rPr sz="2000"/>
              <a:t>**Key Concept 2: Why is Order Important?**</a:t>
            </a:r>
          </a:p>
          <a:p>
            <a:r>
              <a:rPr sz="2000"/>
              <a:t>*   **Teacher asks:** "What would happen if I tried to spread the jam before getting the bread? Or if I put the bread together before spreading the jam?"</a:t>
            </a:r>
          </a:p>
          <a:p>
            <a:r>
              <a:rPr sz="2000"/>
              <a:t>*   **Explanation:** The order (or **sequence**) of instructions is super important. If you mix up the order, the algorithm won't work, or you might get a very different (and perhaps messy!) result. Computers follow instructions *exactly* in the order they are given.</a:t>
            </a:r>
          </a:p>
          <a:p/>
          <a:p>
            <a:r>
              <a:rPr sz="2000"/>
              <a:t>**Key Concept 3: Clear Instructions**</a:t>
            </a:r>
          </a:p>
          <a:p>
            <a:r>
              <a:rPr sz="2000"/>
              <a:t>*   **Teacher asks:** "What if my sandwich instruction said 'Get some stuff'? Would that be helpful?"</a:t>
            </a:r>
          </a:p>
          <a:p>
            <a:r>
              <a:rPr sz="2000"/>
              <a:t>*   **Explanation:** Instructions need to be very clear and specific, so anyone (or any computer!) can follow them without getting confused. Avoid vague words.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4. Guided Practice or Activities (20 minutes)</a:t>
            </a:r>
          </a:p>
          <a:p/>
          <a:p>
            <a:r>
              <a:rPr sz="2000"/>
              <a:t>**Activity 1: "Make a Drink" Algorithm Challenge (10 minutes)**</a:t>
            </a:r>
          </a:p>
          <a:p/>
          <a:p>
            <a:r>
              <a:rPr sz="2000"/>
              <a:t>*   **Materials:** Picture cards for making a simple drink (e.g., a cup of water, cordial/juice, spoon). Alternatively, just use the written instructions and a pretend setup.</a:t>
            </a:r>
          </a:p>
          <a:p>
            <a:r>
              <a:rPr sz="2000"/>
              <a:t>*   **Setup:** Divide students into small groups or pairs. Give each group a jumbled set of picture cards showing the steps to make a specific drink (e.g., a glass of cordial).</a:t>
            </a:r>
          </a:p>
          <a:p>
            <a:r>
              <a:rPr sz="2000"/>
              <a:t>    *   *Example Steps (jumbled):* Put a spoon in the cup. Pour water into the cup. Get a cup. Stir the drink. Pour cordial into the cup.</a:t>
            </a:r>
          </a:p>
          <a:p>
            <a:r>
              <a:rPr sz="2000"/>
              <a:t>*   **Task:** Each group must arrange their cards in the correct sequential order to make the drink.</a:t>
            </a:r>
          </a:p>
          <a:p>
            <a:r>
              <a:rPr sz="2000"/>
              <a:t>*   **Teacher Role:** Circulate, observe, and ask guiding questions: "Why did you put that step there?" "What would happen if you did that step first?" "Are your instructions clear enough for a robot to follow?"</a:t>
            </a:r>
          </a:p>
          <a:p>
            <a:r>
              <a:rPr sz="2000"/>
              <a:t>*   **Extension (if time/resources allow):** Have one group read out their algorithm, and another group 'act it out' like robots, following *only* the given instructions. This highlights the need for clarity.</a:t>
            </a:r>
          </a:p>
          <a:p/>
          <a:p>
            <a:r>
              <a:rPr sz="2000"/>
              <a:t>**Activity 2: "Draw a Monster" Algorithm (10 minutes)**</a:t>
            </a:r>
          </a:p>
          <a:p/>
          <a:p>
            <a:r>
              <a:rPr sz="2000"/>
              <a:t>*   **Materials:** Blank paper and pencils for each student.</a:t>
            </a:r>
          </a:p>
          <a:p>
            <a:r>
              <a:rPr sz="2000"/>
              <a:t>*   **Setup:** Pair students up. One student is the "Algorithm Creator" and the other is the "Robot Artist."</a:t>
            </a:r>
          </a:p>
          <a:p>
            <a:r>
              <a:rPr sz="2000"/>
              <a:t>*   **Task:**</a:t>
            </a:r>
          </a:p>
          <a:p>
            <a:r>
              <a:rPr sz="2000"/>
              <a:t>    1.  The Algorithm Creator secretly draws a simple monster or alien on their paper (e.g., a circle body, two square eyes, three wiggly arms, a triangle mouth). They must *not* show their partner.</a:t>
            </a:r>
          </a:p>
          <a:p>
            <a:r>
              <a:rPr sz="2000"/>
              <a:t>    2.  The Algorithm Creator then writes or verbally gives a step-by-step algorithm to their Robot Artist partner, instructing them how to draw the monster. They must use clear, precise language.</a:t>
            </a:r>
          </a:p>
          <a:p>
            <a:r>
              <a:rPr sz="2000"/>
              <a:t>        *   *Example instruction:* "Draw a large circle in the middle of your paper." (Not "Draw a body").</a:t>
            </a:r>
          </a:p>
          <a:p>
            <a:r>
              <a:rPr sz="2000"/>
              <a:t>        *   *Example instruction:* "On the top of the circle, draw two small square shapes for eyes." (Not "Add eyes").</a:t>
            </a:r>
          </a:p>
          <a:p>
            <a:r>
              <a:rPr sz="2000"/>
              <a:t>    3.  The Robot Artist must follow the instructions *exactly* as given, without asking clarifying questions (unless specifically allowed by the teacher for learning).</a:t>
            </a:r>
          </a:p>
          <a:p>
            <a:r>
              <a:rPr sz="2000"/>
              <a:t>*   **Discussion:** After both partners have finished:</a:t>
            </a:r>
          </a:p>
          <a:p>
            <a:r>
              <a:rPr sz="2000"/>
              <a:t>    *   Compare the original monster with the drawn monster.</a:t>
            </a:r>
          </a:p>
          <a:p>
            <a:r>
              <a:rPr sz="2000"/>
              <a:t>    *   "What happened?" "Was your algorithm clear enough?" "What instructions could have been better?" "Did the order matter?"</a:t>
            </a:r>
          </a:p>
          <a:p>
            <a:r>
              <a:rPr sz="2000"/>
              <a:t>    *   This activity powerfully demonstrates the importance of both sequence and clear, unambiguous instructions.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5. Assessment Ideas</a:t>
            </a:r>
          </a:p>
          <a:p/>
          <a:p>
            <a:r>
              <a:rPr sz="2000"/>
              <a:t>*   **Observation (Formative):**</a:t>
            </a:r>
          </a:p>
          <a:p>
            <a:r>
              <a:rPr sz="2000"/>
              <a:t>    *   During "Jumbled Up Morning": Can students logically sequence steps?</a:t>
            </a:r>
          </a:p>
          <a:p>
            <a:r>
              <a:rPr sz="2000"/>
              <a:t>    *   During "Make a Drink" activity: Do groups successfully order the steps? Are they discussing the importance of sequence?</a:t>
            </a:r>
          </a:p>
          <a:p>
            <a:r>
              <a:rPr sz="2000"/>
              <a:t>    *   During "Draw a Monster": How clear are the algorithms created? Do students follow instructions accurately?</a:t>
            </a:r>
          </a:p>
          <a:p>
            <a:r>
              <a:rPr sz="2000"/>
              <a:t>*   **Exit Ticket (Summative, 5 minutes):**</a:t>
            </a:r>
          </a:p>
          <a:p>
            <a:r>
              <a:rPr sz="2000"/>
              <a:t>    *   On a small piece of paper, ask students to complete one of these sentences:</a:t>
            </a:r>
          </a:p>
          <a:p>
            <a:r>
              <a:rPr sz="2000"/>
              <a:t>        *   "An algorithm is..."</a:t>
            </a:r>
          </a:p>
          <a:p>
            <a:r>
              <a:rPr sz="2000"/>
              <a:t>        *   "One algorithm I use every day is..."</a:t>
            </a:r>
          </a:p>
          <a:p>
            <a:r>
              <a:rPr sz="2000"/>
              <a:t>        *   "Why is order important in an algorithm? Because..."</a:t>
            </a:r>
          </a:p>
          <a:p>
            <a:r>
              <a:rPr sz="2000"/>
              <a:t>*   **"Fix the Algorithm" Challenge (Extension/Homework):**</a:t>
            </a:r>
          </a:p>
          <a:p>
            <a:r>
              <a:rPr sz="2000"/>
              <a:t>    *   Provide a short, deliberately flawed or jumbled algorithm (e.g., "How to get ready for playtime" with steps out of order or missing). Ask students to rewrite it correctly.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6. Summary / Conclusion (5 minutes)</a:t>
            </a:r>
          </a:p>
          <a:p/>
          <a:p>
            <a:r>
              <a:rPr sz="2000"/>
              <a:t>*   **Recap:** "So today we learned about algorithms! What's the most important thing to remember about an algorithm?" (A set of instructions, steps, order matters, clear!)</a:t>
            </a:r>
          </a:p>
          <a:p>
            <a:r>
              <a:rPr sz="2000"/>
              <a:t>*   **Real-World Connection:** "Where else do you think we see algorithms in real life?" (Playing a board game, following directions to a friend's house, instructions for making toast, rules for football).</a:t>
            </a:r>
          </a:p>
          <a:p>
            <a:r>
              <a:rPr sz="2000"/>
              <a:t>*   **Teacher:** "Computers are very good at following algorithms, but only if we give them really clear, step-by-step instructions in the right order. You've all been amazing algorithm experts today!"</a:t>
            </a:r>
          </a:p>
          <a:p>
            <a:r>
              <a:rPr sz="2000"/>
              <a:t>*   **Challenge Question:** "Can you think of an algorithm we use in school every day?" (e.g., lining up, packing away, getting ready for home time).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7. PowerPoint Slide Outline</a:t>
            </a:r>
          </a:p>
          <a:p/>
          <a:p>
            <a:r>
              <a:rPr sz="2000"/>
              <a:t>**Slide 1: Title Slide**</a:t>
            </a:r>
          </a:p>
          <a:p>
            <a:r>
              <a:rPr sz="2000"/>
              <a:t>*   **Title:** Algorithms for Year 3!</a:t>
            </a:r>
          </a:p>
          <a:p>
            <a:r>
              <a:rPr sz="2000"/>
              <a:t>*   **Subtitle:** Step-by-Step Instructions</a:t>
            </a:r>
          </a:p>
          <a:p>
            <a:r>
              <a:rPr sz="2000"/>
              <a:t>*   *Image idea: A friendly robot, or a sequence of simple icons (e.g., arrow pointing to different steps)*</a:t>
            </a:r>
          </a:p>
          <a:p/>
          <a:p>
            <a:r>
              <a:rPr sz="2000"/>
              <a:t>**Slide 2: What Will We Learn Today?**</a:t>
            </a:r>
          </a:p>
          <a:p>
            <a:r>
              <a:rPr sz="2000"/>
              <a:t>*   **Title:** Our Learning Adventure!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What is an algorithm?</a:t>
            </a:r>
          </a:p>
          <a:p>
            <a:r>
              <a:rPr sz="2000"/>
              <a:t>    *   Find algorithms all around us!</a:t>
            </a:r>
          </a:p>
          <a:p>
            <a:r>
              <a:rPr sz="2000"/>
              <a:t>    *   Understand why order matters.</a:t>
            </a:r>
          </a:p>
          <a:p>
            <a:r>
              <a:rPr sz="2000"/>
              <a:t>    *   Create our own algorithms.</a:t>
            </a:r>
          </a:p>
          <a:p>
            <a:r>
              <a:rPr sz="2000"/>
              <a:t>*   *Image idea: A treasure map or pathway with milestones.*</a:t>
            </a:r>
          </a:p>
          <a:p/>
          <a:p>
            <a:r>
              <a:rPr sz="2000"/>
              <a:t>**Slide 3: Starter Activity: Jumbled Up Morning!**</a:t>
            </a:r>
          </a:p>
          <a:p>
            <a:r>
              <a:rPr sz="2000"/>
              <a:t>*   **Title:** Can You Get Ready?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Look at these morning routine pictures.</a:t>
            </a:r>
          </a:p>
          <a:p>
            <a:r>
              <a:rPr sz="2000"/>
              <a:t>    *   Put them in the right order!</a:t>
            </a:r>
          </a:p>
          <a:p>
            <a:r>
              <a:rPr sz="2000"/>
              <a:t>    *   What happens if the order is wrong?</a:t>
            </a:r>
          </a:p>
          <a:p>
            <a:r>
              <a:rPr sz="2000"/>
              <a:t>*   *Image idea: The jumbled picture cards from the starter activity.*</a:t>
            </a:r>
          </a:p>
          <a:p/>
          <a:p>
            <a:r>
              <a:rPr sz="2000"/>
              <a:t>**Slide 4: What IS an Algorithm?**</a:t>
            </a:r>
          </a:p>
          <a:p>
            <a:r>
              <a:rPr sz="2000"/>
              <a:t>*   **Title:** Algorithms Are Instructions!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An **algorithm** is a set of clear, step-by-step instructions.</a:t>
            </a:r>
          </a:p>
          <a:p>
            <a:r>
              <a:rPr sz="2000"/>
              <a:t>    *   It tells you (or a computer!) how to do something.</a:t>
            </a:r>
          </a:p>
          <a:p>
            <a:r>
              <a:rPr sz="2000"/>
              <a:t>    *   Think of it like a recipe or building instructions!</a:t>
            </a:r>
          </a:p>
          <a:p>
            <a:r>
              <a:rPr sz="2000"/>
              <a:t>*   *Image idea: A simple recipe card, or IKEA instructions.*</a:t>
            </a:r>
          </a:p>
          <a:p/>
          <a:p>
            <a:r>
              <a:rPr sz="2000"/>
              <a:t>**Slide 5: Why Does Order Matter?**</a:t>
            </a:r>
          </a:p>
          <a:p>
            <a:r>
              <a:rPr sz="2000"/>
              <a:t>*   **Title:** Order, Order, Order!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The **sequence** (order) of steps is super important.</a:t>
            </a:r>
          </a:p>
          <a:p>
            <a:r>
              <a:rPr sz="2000"/>
              <a:t>    *   If you get the order wrong, it might not work! (Or get messy!)</a:t>
            </a:r>
          </a:p>
          <a:p>
            <a:r>
              <a:rPr sz="2000"/>
              <a:t>    *   Computers follow instructions *exactly* in the order you give them.</a:t>
            </a:r>
          </a:p>
          <a:p>
            <a:r>
              <a:rPr sz="2000"/>
              <a:t>*   *Image idea: A cartoon showing a disaster trying to make a sandwich in the wrong order.*</a:t>
            </a:r>
          </a:p>
          <a:p/>
          <a:p>
            <a:r>
              <a:rPr sz="2000"/>
              <a:t>**Slide 6: Activity 1: Make a Drink Algorithm**</a:t>
            </a:r>
          </a:p>
          <a:p>
            <a:r>
              <a:rPr sz="2000"/>
              <a:t>*   **Title:** Robot Drink Makers!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In your groups, you have pictures to make a drink.</a:t>
            </a:r>
          </a:p>
          <a:p>
            <a:r>
              <a:rPr sz="2000"/>
              <a:t>    *   Put the steps in the correct order.</a:t>
            </a:r>
          </a:p>
          <a:p>
            <a:r>
              <a:rPr sz="2000"/>
              <a:t>    *   Think: If a robot followed these, would it work?</a:t>
            </a:r>
          </a:p>
          <a:p>
            <a:r>
              <a:rPr sz="2000"/>
              <a:t>*   *Image idea: Jumbled pictures of making a drink.*</a:t>
            </a:r>
          </a:p>
          <a:p/>
          <a:p>
            <a:r>
              <a:rPr sz="2000"/>
              <a:t>**Slide 7: Activity 2: Draw a Monster Algorithm**</a:t>
            </a:r>
          </a:p>
          <a:p>
            <a:r>
              <a:rPr sz="2000"/>
              <a:t>*   **Title:** Draw Your Monster!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Partner 1: Draw a secret monster.</a:t>
            </a:r>
          </a:p>
          <a:p>
            <a:r>
              <a:rPr sz="2000"/>
              <a:t>    *   Partner 2: Listen carefully and draw what you hear!</a:t>
            </a:r>
          </a:p>
          <a:p>
            <a:r>
              <a:rPr sz="2000"/>
              <a:t>    *   Partner 1: Give very clear, step-by-step instructions.</a:t>
            </a:r>
          </a:p>
          <a:p>
            <a:r>
              <a:rPr sz="2000"/>
              <a:t>*   *Image idea: A blank paper and a pencil, maybe a funny monster drawing.*</a:t>
            </a:r>
          </a:p>
          <a:p/>
          <a:p>
            <a:r>
              <a:rPr sz="2000"/>
              <a:t>**Slide 8: Sharing Our Algorithms**</a:t>
            </a:r>
          </a:p>
          <a:p>
            <a:r>
              <a:rPr sz="2000"/>
              <a:t>*   **Title:** Let's Share &amp; Compare!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How did your monster drawing turn out?</a:t>
            </a:r>
          </a:p>
          <a:p>
            <a:r>
              <a:rPr sz="2000"/>
              <a:t>    *   What made a good, clear instruction?</a:t>
            </a:r>
          </a:p>
          <a:p>
            <a:r>
              <a:rPr sz="2000"/>
              <a:t>    *   Did the order of steps make a difference?</a:t>
            </a:r>
          </a:p>
          <a:p>
            <a:r>
              <a:rPr sz="2000"/>
              <a:t>*   *Image idea: Speech bubbles, happy/confused faces.*</a:t>
            </a:r>
          </a:p>
          <a:p/>
          <a:p>
            <a:r>
              <a:rPr sz="2000"/>
              <a:t>**Slide 9: Algorithm Challenge!**</a:t>
            </a:r>
          </a:p>
          <a:p>
            <a:r>
              <a:rPr sz="2000"/>
              <a:t>*   **Title:** Where Else Do We See Algorithms?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Can you think of any other algorithms we use every day?</a:t>
            </a:r>
          </a:p>
          <a:p>
            <a:r>
              <a:rPr sz="2000"/>
              <a:t>    *   (Examples: Brushing teeth, playing a game, walking to school).</a:t>
            </a:r>
          </a:p>
          <a:p>
            <a:r>
              <a:rPr sz="2000"/>
              <a:t>*   *Image idea: Icons representing different daily activities.*</a:t>
            </a:r>
          </a:p>
          <a:p/>
          <a:p>
            <a:r>
              <a:rPr sz="2000"/>
              <a:t>**Slide 10: What We Learned Today!**</a:t>
            </a:r>
          </a:p>
          <a:p>
            <a:r>
              <a:rPr sz="2000"/>
              <a:t>*   **Title:** You Are Algorithm Experts!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An algorithm is a set of clear instructions.</a:t>
            </a:r>
          </a:p>
          <a:p>
            <a:r>
              <a:rPr sz="2000"/>
              <a:t>    *   Order (sequence) is very important!</a:t>
            </a:r>
          </a:p>
          <a:p>
            <a:r>
              <a:rPr sz="2000"/>
              <a:t>    *   We use algorithms all the time!</a:t>
            </a:r>
          </a:p>
          <a:p>
            <a:r>
              <a:rPr sz="2000"/>
              <a:t>*   *Image idea: A checklist with ticks, or a star badge for "algorithm expert."*</a:t>
            </a:r>
          </a:p>
          <a:p/>
          <a:p>
            <a:r>
              <a:rPr sz="2000"/>
              <a:t>**Slide 11: Exit Ticket**</a:t>
            </a:r>
          </a:p>
          <a:p>
            <a:r>
              <a:rPr sz="2000"/>
              <a:t>*   **Title:** Quick Check!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On your paper, finish one sentence:</a:t>
            </a:r>
          </a:p>
          <a:p>
            <a:r>
              <a:rPr sz="2000"/>
              <a:t>        *   "An algorithm is..."</a:t>
            </a:r>
          </a:p>
          <a:p>
            <a:r>
              <a:rPr sz="2000"/>
              <a:t>        *   "One algorithm I use every day is..."</a:t>
            </a:r>
          </a:p>
          <a:p>
            <a:r>
              <a:rPr sz="2000"/>
              <a:t>        *   "Order is important because..."</a:t>
            </a:r>
          </a:p>
          <a:p>
            <a:r>
              <a:rPr sz="2000"/>
              <a:t>*   *Image idea: A thought bubble or a small notebook.*</a:t>
            </a:r>
          </a:p>
          <a:p/>
          <a:p>
            <a:r>
              <a:rPr sz="2000"/>
              <a:t>**Slide 12: Well Done, Everyone!**</a:t>
            </a:r>
          </a:p>
          <a:p>
            <a:r>
              <a:rPr sz="2000"/>
              <a:t>*   **Title:** Great Work Today!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You are all amazing algorithm thinkers!</a:t>
            </a:r>
          </a:p>
          <a:p>
            <a:r>
              <a:rPr sz="2000"/>
              <a:t>    *   See if you can spot more algorithms this week!</a:t>
            </a:r>
          </a:p>
          <a:p>
            <a:r>
              <a:rPr sz="2000"/>
              <a:t>*   *Image idea: Cheerful kids, a "well done" graphic.*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539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World</vt:lpstr>
      <vt:lpstr>Arial</vt:lpstr>
      <vt:lpstr>Helvetica World Bold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Algorithms: Searching and Sorting</dc:title>
  <dc:description>Presentation - Algorithms: Searching and Sorting</dc:description>
  <cp:lastModifiedBy>user</cp:lastModifiedBy>
  <cp:revision>3</cp:revision>
  <dcterms:created xsi:type="dcterms:W3CDTF">2006-08-16T00:00:00Z</dcterms:created>
  <dcterms:modified xsi:type="dcterms:W3CDTF">2025-11-05T12:34:16Z</dcterms:modified>
  <dc:identifier>DAG3zzhZX2A</dc:identifier>
</cp:coreProperties>
</file>