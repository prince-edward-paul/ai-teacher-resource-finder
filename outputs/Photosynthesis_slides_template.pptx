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5"/>
    <p:sldId id="265" r:id="rId4"/>
    <p:sldId id="266" r:id="rId3"/>
    <p:sldId id="267" r:id="rId2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Georgia Pro Condense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Here is a detailed lesson pack on Photosynthesis, designed for an engaging and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---</a:t>
            </a:r>
          </a:p>
          <a:p/>
          <a:p>
            <a:r>
              <a:rPr sz="1800"/>
              <a:t>## Lesson Pack: Photosynthesis - The Plant's Superpower!</a:t>
            </a:r>
          </a:p>
          <a:p/>
          <a:p>
            <a:r>
              <a:rPr sz="1800"/>
              <a:t>**Topic:** Photosynthesis</a:t>
            </a:r>
          </a:p>
          <a:p>
            <a:r>
              <a:rPr sz="1800"/>
              <a:t>**Time Allotment:** 50-60 minutes (can be extended with deeper dives into activities)</a:t>
            </a:r>
          </a:p>
          <a:p>
            <a:r>
              <a:rPr sz="1800"/>
              <a:t>**Target Audience:** Middle School / Early High School (Grades 6-9)</a:t>
            </a:r>
          </a:p>
          <a:p/>
          <a:p>
            <a:r>
              <a:rPr sz="1800"/>
              <a:t>---</a:t>
            </a:r>
          </a:p>
          <a:p/>
          <a:p>
            <a:r>
              <a:rPr sz="1800"/>
              <a:t>### 1. Lesson Objectives</a:t>
            </a:r>
          </a:p>
          <a:p/>
          <a:p>
            <a:r>
              <a:rPr sz="1800"/>
              <a:t>By the end of this lesson, students will be able to:</a:t>
            </a:r>
          </a:p>
          <a:p/>
          <a:p>
            <a:r>
              <a:rPr sz="1800"/>
              <a:t>*   **Define** photosynthesis as the process plants use to make their own food.</a:t>
            </a:r>
          </a:p>
          <a:p>
            <a:r>
              <a:rPr sz="1800"/>
              <a:t>*   **Identify** the essential raw materials (reactants): carbon dioxide, water, and light energy.</a:t>
            </a:r>
          </a:p>
          <a:p>
            <a:r>
              <a:rPr sz="1800"/>
              <a:t>*   **Identify** the products of photosynthesis: glucose (sugar) and oxygen.</a:t>
            </a:r>
          </a:p>
          <a:p>
            <a:r>
              <a:rPr sz="1800"/>
              <a:t>*   **State** the word equation for photosynthesis.</a:t>
            </a:r>
          </a:p>
          <a:p>
            <a:r>
              <a:rPr sz="1800"/>
              <a:t>*   **Explain** the importance of photosynthesis for all life on Earth.</a:t>
            </a:r>
          </a:p>
          <a:p>
            <a:r>
              <a:rPr sz="1800"/>
              <a:t>*   **Locate** the primary site of photosynthesis within a plant (leaves, chloroplasts, chlorophyll).</a:t>
            </a:r>
          </a:p>
          <a:p/>
          <a:p>
            <a:r>
              <a:rPr sz="1800"/>
              <a:t>---</a:t>
            </a:r>
          </a:p>
          <a:p/>
          <a:p>
            <a:r>
              <a:rPr sz="1800"/>
              <a:t>### 2. Introduction / Starter Activity (10 minutes)</a:t>
            </a:r>
          </a:p>
          <a:p/>
          <a:p>
            <a:r>
              <a:rPr sz="1800"/>
              <a:t>**Activity: "What's for Dinner, Plant?" - Myth Busting &amp; Curiosity Sparker**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**Engage:** Display an image of a thriving green plant.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**Question (Think-Pair-Share):** "We eat food to get energy and grow, right? Wha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*   *Teacher Note:* Listen for common misconceptions like "They eat dirt/soil" or "They drink water." Acknowledge these but gently steer towards the idea of "making their own food."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**Introduce the Big Idea:** "Today, we're going to uncover one of nature's most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**Word Dissection:** Break down the word "Photosynthesis":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*   "**Photo-**" means light (like a photograph).</a:t>
            </a:r>
          </a:p>
          <a:p>
            <a:r>
              <a:rPr sz="1800"/>
              <a:t>    *   "**-synthesis**" means to make or put together.</a:t>
            </a:r>
          </a:p>
          <a:p>
            <a:r>
              <a:rPr sz="1800"/>
              <a:t>    *   "So, photosynthesis literally means 'making with light'!"</a:t>
            </a:r>
          </a:p>
          <a:p/>
          <a:p>
            <a:r>
              <a:rPr sz="1800"/>
              <a:t>---</a:t>
            </a:r>
          </a:p>
          <a:p/>
          <a:p>
            <a:r>
              <a:rPr sz="1800"/>
              <a:t>### 3. Key Teaching Points (20 minutes)</a:t>
            </a:r>
          </a:p>
          <a:p/>
          <a:p>
            <a:r>
              <a:rPr sz="1800"/>
              <a:t>*(Use the PowerPoint slides as your guide, explaining each concept clearly.)*</a:t>
            </a:r>
          </a:p>
          <a:p/>
          <a:p>
            <a:r>
              <a:rPr sz="1800"/>
              <a:t>**A. The Definition of Photosynthesis:**</a:t>
            </a:r>
          </a:p>
          <a:p>
            <a:r>
              <a:rPr sz="1800"/>
              <a:t>*   It's the process by which green plants (and some other organisms) use **sunlight, water**, and **carbon dioxide** to create their own **food (glucose)** and release **oxygen** as a byproduct.</a:t>
            </a:r>
          </a:p>
          <a:p>
            <a:r>
              <a:rPr sz="1800"/>
              <a:t>*   Crucial for plant survival and growth.</a:t>
            </a:r>
          </a:p>
          <a:p/>
          <a:p>
            <a:r>
              <a:rPr sz="1800"/>
              <a:t>**B. The Ingredients (Reactants):**</a:t>
            </a:r>
          </a:p>
          <a:p>
            <a:r>
              <a:rPr sz="1800"/>
              <a:t>*   **1. Water (H2O):**</a:t>
            </a:r>
          </a:p>
          <a:p>
            <a:r>
              <a:rPr sz="1800"/>
              <a:t>    *   Where it comes from: Absorbed by the roots from the soil.</a:t>
            </a:r>
          </a:p>
          <a:p>
            <a:r>
              <a:rPr sz="1800"/>
              <a:t>    *   How it travels: Through tubes called xylem up to the leaves.</a:t>
            </a:r>
          </a:p>
          <a:p>
            <a:r>
              <a:rPr sz="1800"/>
              <a:t>*   **2. Carbon Dioxide (CO2):**</a:t>
            </a:r>
          </a:p>
          <a:p>
            <a:r>
              <a:rPr sz="1800"/>
              <a:t>    *   Where it comes from: From the air around us. We breathe it out!</a:t>
            </a:r>
          </a:p>
          <a:p>
            <a:r>
              <a:rPr sz="1800"/>
              <a:t>    *   How it enters the plant: Through tiny pores on the underside of leaves called **stomata** (singular: stoma).</a:t>
            </a:r>
          </a:p>
          <a:p>
            <a:r>
              <a:rPr sz="1800"/>
              <a:t>*   **3. Light Energy:**</a:t>
            </a:r>
          </a:p>
          <a:p>
            <a:r>
              <a:rPr sz="1800"/>
              <a:t>    *   Where it comes from: The sun! (The ultimate energy source for most life on Earth).</a:t>
            </a:r>
          </a:p>
          <a:p>
            <a:r>
              <a:rPr sz="1800"/>
              <a:t>    *   Role: Provides the energy to power the "cooking" process.</a:t>
            </a:r>
          </a:p>
          <a:p/>
          <a:p>
            <a:r>
              <a:rPr sz="1800"/>
              <a:t>**C. The Products:**</a:t>
            </a:r>
          </a:p>
          <a:p>
            <a:r>
              <a:rPr sz="1800"/>
              <a:t>*   **1. Glucose (C6H12O6):**</a:t>
            </a:r>
          </a:p>
          <a:p>
            <a:r>
              <a:rPr sz="1800"/>
              <a:t>    *   What it is: A type of sugar, the plant's food!</a:t>
            </a:r>
          </a:p>
          <a:p>
            <a:r>
              <a:rPr sz="1800"/>
              <a:t>    *   What it's used for: Energy for growth, repair, and all plant activities. Can be stored as starch.</a:t>
            </a:r>
          </a:p>
          <a:p>
            <a:r>
              <a:rPr sz="1800"/>
              <a:t>*   **2. Oxygen (O2):**</a:t>
            </a:r>
          </a:p>
          <a:p>
            <a:r>
              <a:rPr sz="1800"/>
              <a:t>    *   What it is: A gas essential for most living things to breathe.</a:t>
            </a:r>
          </a:p>
          <a:p>
            <a:r>
              <a:rPr sz="1800"/>
              <a:t>    *   What happens to it: Released back into the atmosphere through the stomata.</a:t>
            </a:r>
          </a:p>
          <a:p/>
          <a:p>
            <a:r>
              <a:rPr sz="1800"/>
              <a:t>**D. Where it Happens:**</a:t>
            </a:r>
          </a:p>
          <a:p>
            <a:r>
              <a:rPr sz="1800"/>
              <a:t>*   **Leaves:** The primary "solar panels" of the plant. Flat and broad to maximize sunlight absorption.</a:t>
            </a:r>
          </a:p>
          <a:p>
            <a:r>
              <a:rPr sz="1800"/>
              <a:t>*   **Plant Cells:** Specifically within specialized organelles called **chloroplasts**.</a:t>
            </a:r>
          </a:p>
          <a:p>
            <a:r>
              <a:rPr sz="1800"/>
              <a:t>*   **Chlorophyll:** The green pigment inside chloroplasts that *absorbs* light energy. This is why plants are green!</a:t>
            </a:r>
          </a:p>
          <a:p/>
          <a:p>
            <a:r>
              <a:rPr sz="1800"/>
              <a:t>**E. The Photosynthesis Equation:**</a:t>
            </a:r>
          </a:p>
          <a:p>
            <a:r>
              <a:rPr sz="1800"/>
              <a:t>*   **Word Equation (Focus on this for initial understanding):**</a:t>
            </a:r>
          </a:p>
          <a:p>
            <a:r>
              <a:rPr sz="1800"/>
              <a:t>    Carbon Dioxide + Water --(Light Energy)--&gt; Glucose + Oxygen</a:t>
            </a:r>
          </a:p>
          <a:p/>
          <a:p>
            <a:r>
              <a:rPr sz="1800"/>
              <a:t>*   **Chemical Equation (Optional for deeper dive/challenge):**</a:t>
            </a:r>
          </a:p>
          <a:p>
            <a:r>
              <a:rPr sz="1800"/>
              <a:t>    6CO2 + 6H2O --(Light Energy)--&gt; C6H12O6 + 6O2</a:t>
            </a:r>
          </a:p>
          <a:p>
            <a:r>
              <a:rPr sz="1800"/>
              <a:t>    *   *Teacher Note:* Emphasize that the chemical equation shows *how many* of each molecule are involved, but the word equation explains the *process*. No need to balance or memorize coefficients at this stage unless specifically targeting higher-level students.</a:t>
            </a:r>
          </a:p>
          <a:p/>
          <a:p>
            <a:r>
              <a:rPr sz="1800"/>
              <a:t>**F. Why is Photosynthesis So Important?**</a:t>
            </a:r>
          </a:p>
          <a:p>
            <a:r>
              <a:rPr sz="1800"/>
              <a:t>*   **Food for Plants:** It's how plants get their energy.</a:t>
            </a:r>
          </a:p>
          <a:p>
            <a:r>
              <a:rPr sz="1800"/>
              <a:t>*   **Food for Animals:** Plants are the base of almost all food chains. Herbivores eat plants, carnivores eat herbivores, and so on. Without plants, no food!</a:t>
            </a:r>
          </a:p>
          <a:p>
            <a:r>
              <a:rPr sz="1800"/>
              <a:t>*   **Oxygen for Respiration:** All aerobic organisms (including us!) need oxygen to breathe and release energy from our food. Photosynthesis produces almost all the oxygen in our atmosphere.</a:t>
            </a:r>
          </a:p>
          <a:p>
            <a:r>
              <a:rPr sz="1800"/>
              <a:t>*   **Regulates Carbon Dioxide:** Helps remove CO2 from the atmosphere, important for climate.</a:t>
            </a:r>
          </a:p>
          <a:p/>
          <a:p>
            <a:r>
              <a:rPr sz="1800"/>
              <a:t>---</a:t>
            </a:r>
          </a:p>
          <a:p/>
          <a:p>
            <a:r>
              <a:rPr sz="1800"/>
              <a:t>### 4. Guided Practice / Class Activities (15 minutes)</a:t>
            </a:r>
          </a:p>
          <a:p/>
          <a:p>
            <a:r>
              <a:rPr sz="1800"/>
              <a:t>**Activity 1: Photosynthesis Storyboard / Diagram Labeling** (Individual or Pair Work)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Provide students with a blank diagram of a plant (showing roots, stem, leaf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Students label the diagram with: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*   Sunlight</a:t>
            </a:r>
          </a:p>
          <a:p>
            <a:r>
              <a:rPr sz="1800"/>
              <a:t>    *   Water (and where it enters)</a:t>
            </a:r>
          </a:p>
          <a:p>
            <a:r>
              <a:rPr sz="1800"/>
              <a:t>    *   Carbon Dioxide (and where it enters/leaves)</a:t>
            </a:r>
          </a:p>
          <a:p>
            <a:r>
              <a:rPr sz="1800"/>
              <a:t>    *   Oxygen (and where it leaves)</a:t>
            </a:r>
          </a:p>
          <a:p>
            <a:r>
              <a:rPr sz="1800"/>
              <a:t>    *   Glucose (and where it's used/stored)</a:t>
            </a:r>
          </a:p>
          <a:p>
            <a:r>
              <a:rPr sz="1800"/>
              <a:t>    *   Chlorophyll/Chloroplast (inside the leaf)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Alternatively, provide a "storyboard" template with 4-6 boxes. Students draw 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**Activity 2: "Equation Builder" (Pair Work / Group Work)**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Prepare cards with the words: "Carbon Dioxide", "Water", "Light Energy", "Glucos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In pairs or small groups, students arrange the cards to correctly form the word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*Extension:* Add cards with simple images (sun, water droplet, CO2 molecule, O2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---</a:t>
            </a:r>
          </a:p>
          <a:p/>
          <a:p>
            <a:r>
              <a:rPr sz="1800"/>
              <a:t>### 5. Assessment Ideas (5 minutes)</a:t>
            </a:r>
          </a:p>
          <a:p/>
          <a:p>
            <a:r>
              <a:rPr sz="1800"/>
              <a:t>*   **Exit Ticket:** "3-2-1 Summary"</a:t>
            </a:r>
          </a:p>
          <a:p>
            <a:r>
              <a:rPr sz="1800"/>
              <a:t>    *   Name 3 things you learned about photosynthesis today.</a:t>
            </a:r>
          </a:p>
          <a:p>
            <a:r>
              <a:rPr sz="1800"/>
              <a:t>    *   Ask 2 questions you still have about photosynthesis.</a:t>
            </a:r>
          </a:p>
          <a:p>
            <a:r>
              <a:rPr sz="1800"/>
              <a:t>    *   Write 1 word to describe why photosynthesis is important.</a:t>
            </a:r>
          </a:p>
          <a:p>
            <a:r>
              <a:rPr sz="1800"/>
              <a:t>*   **Quick Quiz:** Short multiple-choice or fill-in-the-blanks questions (e.g., "The green pigment in plants is called _____", "Plants take in ____ from the air for photosynthesis").</a:t>
            </a:r>
          </a:p>
          <a:p>
            <a:r>
              <a:rPr sz="1800"/>
              <a:t>*   **"Draw it Out":** Ask students to draw a simple diagram illustrating the inputs and outputs of photosynthesis.</a:t>
            </a:r>
          </a:p>
          <a:p>
            <a:r>
              <a:rPr sz="1800"/>
              <a:t>*   **Verbal Check:** Ask students to explain the process of photosynthesis to a partner or to the teacher.</a:t>
            </a:r>
          </a:p>
          <a:p/>
          <a:p>
            <a:r>
              <a:rPr sz="1800"/>
              <a:t>---</a:t>
            </a:r>
          </a:p>
          <a:p/>
          <a:p>
            <a:r>
              <a:rPr sz="1800"/>
              <a:t>### 6. Summary / Conclusion (5 minutes)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**Recap:** "So, today we learned that plants are not just pretty faces! They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**Revisit Objectives:** Quickly review the lesson objectives to confirm understa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**Real-World Connection:** "Imagine a world without photosynthesis. What would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**Preview:** "Next time, we might explore what happens to the glucose plants 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---</a:t>
            </a:r>
          </a:p>
          <a:p/>
          <a:p>
            <a:r>
              <a:rPr sz="1800"/>
              <a:t>### 7. PowerPoint Slide Outline</a:t>
            </a:r>
          </a:p>
          <a:p/>
          <a:p>
            <a:r>
              <a:rPr sz="1800"/>
              <a:t>Here’s an outline for an engaging PowerPoint presentation, with titles and key bullet points for each slide:</a:t>
            </a:r>
          </a:p>
          <a:p/>
          <a:p>
            <a:r>
              <a:rPr sz="1800"/>
              <a:t>---</a:t>
            </a:r>
          </a:p>
          <a:p/>
          <a:p>
            <a:r>
              <a:rPr sz="1800"/>
              <a:t>**Slide 1: Title Slide**</a:t>
            </a:r>
          </a:p>
          <a:p>
            <a:r>
              <a:rPr sz="1800"/>
              <a:t>*   **Title:** Photosynthesis: The Plant's Superpower!</a:t>
            </a:r>
          </a:p>
          <a:p>
            <a:r>
              <a:rPr sz="1800"/>
              <a:t>*   **Subtitle:** How Plants Make Their Own Food &amp; Keep Us Alive</a:t>
            </a:r>
          </a:p>
          <a:p>
            <a:r>
              <a:rPr sz="1800"/>
              <a:t>*   **Image:** Vibrant green plants, sunlight filtering through leaves.</a:t>
            </a:r>
          </a:p>
          <a:p/>
          <a:p>
            <a:r>
              <a:rPr sz="1800"/>
              <a:t>**Slide 2: Learning Objectives**</a:t>
            </a:r>
          </a:p>
          <a:p>
            <a:r>
              <a:rPr sz="1800"/>
              <a:t>*   **Title:** Today, We Will Learn To...</a:t>
            </a:r>
          </a:p>
          <a:p>
            <a:r>
              <a:rPr sz="1800"/>
              <a:t>*   Define photosynthesis.</a:t>
            </a:r>
          </a:p>
          <a:p>
            <a:r>
              <a:rPr sz="1800"/>
              <a:t>*   Identify the raw materials (ingredients) and products.</a:t>
            </a:r>
          </a:p>
          <a:p>
            <a:r>
              <a:rPr sz="1800"/>
              <a:t>*   State the word equation for photosynthesis.</a:t>
            </a:r>
          </a:p>
          <a:p>
            <a:r>
              <a:rPr sz="1800"/>
              <a:t>*   Explain why photosynthesis is essential for life on Earth.</a:t>
            </a:r>
          </a:p>
          <a:p>
            <a:r>
              <a:rPr sz="1800"/>
              <a:t>*   Locate where it happens in a plant.</a:t>
            </a:r>
          </a:p>
          <a:p/>
          <a:p>
            <a:r>
              <a:rPr sz="1800"/>
              <a:t>**Slide 3: Starter Activity: What's for Dinner, Plant?**</a:t>
            </a:r>
          </a:p>
          <a:p>
            <a:r>
              <a:rPr sz="1800"/>
              <a:t>*   **Title:** What Do Plants "Eat"?</a:t>
            </a:r>
          </a:p>
          <a:p>
            <a:r>
              <a:rPr sz="1800"/>
              <a:t>*   We eat food to grow and get energy. What about plants?</a:t>
            </a:r>
          </a:p>
          <a:p>
            <a:r>
              <a:rPr sz="1800"/>
              <a:t>*   Where do they get *their* energy and building blocks?</a:t>
            </a:r>
          </a:p>
          <a:p>
            <a:r>
              <a:rPr sz="1800"/>
              <a:t>*   *Think-Pair-Share!*</a:t>
            </a:r>
          </a:p>
          <a:p>
            <a:r>
              <a:rPr sz="1800"/>
              <a:t>*   **Image:** A growing plant, question mark thought bubble.</a:t>
            </a:r>
          </a:p>
          <a:p/>
          <a:p>
            <a:r>
              <a:rPr sz="1800"/>
              <a:t>**Slide 4: What is Photosynthesis?**</a:t>
            </a:r>
          </a:p>
          <a:p>
            <a:r>
              <a:rPr sz="1800"/>
              <a:t>*   **Title:** Photosynthesis: "Making With Light"</a:t>
            </a:r>
          </a:p>
          <a:p>
            <a:r>
              <a:rPr sz="1800"/>
              <a:t>*   **Photo-** = Light (like a photograph!)</a:t>
            </a:r>
          </a:p>
          <a:p>
            <a:r>
              <a:rPr sz="1800"/>
              <a:t>*   **-synthesis** = To make or put together</a:t>
            </a:r>
          </a:p>
          <a:p>
            <a:r>
              <a:rPr sz="1800"/>
              <a:t>*   **Definition:** The process where plants use **light energy** to convert **water** and **carbon dioxide** into **food (glucose)** and **oxygen**.</a:t>
            </a:r>
          </a:p>
          <a:p>
            <a:r>
              <a:rPr sz="1800"/>
              <a:t>*   **Image:** Sun, water, CO2 arrows pointing to a plant, then O2 and sugar leaving the plant.</a:t>
            </a:r>
          </a:p>
          <a:p/>
          <a:p>
            <a:r>
              <a:rPr sz="1800"/>
              <a:t>**Slide 5: The Essential Ingredients (Reactants)**</a:t>
            </a:r>
          </a:p>
          <a:p>
            <a:r>
              <a:rPr sz="1800"/>
              <a:t>*   **Title:** The Plant's Shopping List (Ingredients Needed!)</a:t>
            </a:r>
          </a:p>
          <a:p>
            <a:r>
              <a:rPr sz="1800"/>
              <a:t>*   **1. Water (H2O):** From the soil, absorbed by roots.</a:t>
            </a:r>
          </a:p>
          <a:p>
            <a:r>
              <a:rPr sz="1800"/>
              <a:t>*   **2. Carbon Dioxide (CO2):** From the air, enters through tiny leaf pores (stomata).</a:t>
            </a:r>
          </a:p>
          <a:p>
            <a:r>
              <a:rPr sz="1800"/>
              <a:t>*   **3. Light Energy:** From the sun! Powers the whole process.</a:t>
            </a:r>
          </a:p>
          <a:p>
            <a:r>
              <a:rPr sz="1800"/>
              <a:t>*   **Image:** Icons for sun, water droplet, CO2 molecule.</a:t>
            </a:r>
          </a:p>
          <a:p/>
          <a:p>
            <a:r>
              <a:rPr sz="1800"/>
              <a:t>**Slide 6: The Products (What They Make!)**</a:t>
            </a:r>
          </a:p>
          <a:p>
            <a:r>
              <a:rPr sz="1800"/>
              <a:t>*   **Title:** The Plant's Delicious Creation!</a:t>
            </a:r>
          </a:p>
          <a:p>
            <a:r>
              <a:rPr sz="1800"/>
              <a:t>*   **1. Glucose (C6H12O6):**</a:t>
            </a:r>
          </a:p>
          <a:p>
            <a:r>
              <a:rPr sz="1800"/>
              <a:t>    *   A type of sugar – this is the plant's food!</a:t>
            </a:r>
          </a:p>
          <a:p>
            <a:r>
              <a:rPr sz="1800"/>
              <a:t>    *   Used for energy, growth, or stored as starch.</a:t>
            </a:r>
          </a:p>
          <a:p>
            <a:r>
              <a:rPr sz="1800"/>
              <a:t>*   **2. Oxygen (O2):**</a:t>
            </a:r>
          </a:p>
          <a:p>
            <a:r>
              <a:rPr sz="1800"/>
              <a:t>    *   A gas essential for most living things to breathe.</a:t>
            </a:r>
          </a:p>
          <a:p>
            <a:r>
              <a:rPr sz="1800"/>
              <a:t>    *   Released back into the air through stomata.</a:t>
            </a:r>
          </a:p>
          <a:p>
            <a:r>
              <a:rPr sz="1800"/>
              <a:t>*   **Image:** Icons for a sugar molecule and an O2 molecule.</a:t>
            </a:r>
          </a:p>
          <a:p/>
          <a:p>
            <a:r>
              <a:rPr sz="1800"/>
              <a:t>**Slide 7: Where Does This Magic Happen?**</a:t>
            </a:r>
          </a:p>
          <a:p>
            <a:r>
              <a:rPr sz="1800"/>
              <a:t>*   **Title:** The Plant's Kitchen: Leaves &amp; Chloroplasts</a:t>
            </a:r>
          </a:p>
          <a:p>
            <a:r>
              <a:rPr sz="1800"/>
              <a:t>*   **Leaves:** Designed to capture maximum sunlight.</a:t>
            </a:r>
          </a:p>
          <a:p>
            <a:r>
              <a:rPr sz="1800"/>
              <a:t>*   **Plant Cells:** Inside the leaves, specialized parts called **chloroplasts**.</a:t>
            </a:r>
          </a:p>
          <a:p>
            <a:r>
              <a:rPr sz="1800"/>
              <a:t>*   **Chlorophyll:** The green pigment *inside* chloroplasts that *absorbs* light energy. (That's why plants are green!)</a:t>
            </a:r>
          </a:p>
          <a:p>
            <a:r>
              <a:rPr sz="1800"/>
              <a:t>*   **Image:** Diagram of a leaf cross-section, zooming into a plant cell showing chloroplasts.</a:t>
            </a:r>
          </a:p>
          <a:p/>
          <a:p>
            <a:r>
              <a:rPr sz="1800"/>
              <a:t>**Slide 8: The Photosynthesis Equation (Word Equation)**</a:t>
            </a:r>
          </a:p>
          <a:p>
            <a:r>
              <a:rPr sz="1800"/>
              <a:t>*   **Title:** The Recipe for Photosynthesis!</a:t>
            </a:r>
          </a:p>
          <a:p>
            <a:r>
              <a:rPr sz="1800"/>
              <a:t>*   **Carbon Dioxide + Water --(Light Energy)--&gt; Glucose + Oxygen**</a:t>
            </a:r>
          </a:p>
          <a:p>
            <a:r>
              <a:rPr sz="1800"/>
              <a:t>*   *Read: "Carbon Dioxide and Water, with the help of Light Energy, yield Glucose and Oxygen."*</a:t>
            </a:r>
          </a:p>
          <a:p>
            <a:r>
              <a:rPr sz="1800"/>
              <a:t>*   **Image:** Large, clear word equation with directional arrow.</a:t>
            </a:r>
          </a:p>
          <a:p/>
          <a:p>
            <a:r>
              <a:rPr sz="1800"/>
              <a:t>**Slide 9: Why is Photosynthesis SO Important?**</a:t>
            </a:r>
          </a:p>
          <a:p>
            <a:r>
              <a:rPr sz="1800"/>
              <a:t>*   **Title:** The Life-Giving Power of Photosynthesis</a:t>
            </a:r>
          </a:p>
          <a:p>
            <a:r>
              <a:rPr sz="1800"/>
              <a:t>*   **1. Food for ALL:** Plants are the base of almost every food chain. No plants, no food!</a:t>
            </a:r>
          </a:p>
          <a:p>
            <a:r>
              <a:rPr sz="1800"/>
              <a:t>*   **2. Oxygen for Breathing:** Produces the oxygen we need to survive.</a:t>
            </a:r>
          </a:p>
          <a:p>
            <a:r>
              <a:rPr sz="1800"/>
              <a:t>*   **3. Regulates Our Climate:** Helps remove carbon dioxide from the atmosphere.</a:t>
            </a:r>
          </a:p>
          <a:p>
            <a:r>
              <a:rPr sz="1800"/>
              <a:t>*   **Image:** Food chain graphic (sun, plant, animal, human) and earth with oxygen symbol.</a:t>
            </a:r>
          </a:p>
          <a:p/>
          <a:p>
            <a:r>
              <a:rPr sz="1800"/>
              <a:t>**Slide 10: Guided Practice 1: Label the Process!**</a:t>
            </a:r>
          </a:p>
          <a:p>
            <a:r>
              <a:rPr sz="1800"/>
              <a:t>*   **Title:** Show What You Know!</a:t>
            </a:r>
          </a:p>
          <a:p>
            <a:r>
              <a:rPr sz="1800"/>
              <a:t>*   **Instructions:** Label the diagram with the correct inputs (raw materials) and outputs (products) of photosynthesis. Include sunlight, water, carbon dioxide, glucose, and oxygen.</a:t>
            </a:r>
          </a:p>
          <a:p>
            <a:r>
              <a:rPr sz="1800"/>
              <a:t>*   **Image:** Simplified diagram of a plant with arrows pointing in and out, ready for labels.</a:t>
            </a:r>
          </a:p>
          <a:p/>
          <a:p>
            <a:r>
              <a:rPr sz="1800"/>
              <a:t>**Slide 11: Guided Practice 2: Equation Builder!**</a:t>
            </a:r>
          </a:p>
          <a:p>
            <a:r>
              <a:rPr sz="1800"/>
              <a:t>*   **Title:** Build the Equation!</a:t>
            </a:r>
          </a:p>
          <a:p>
            <a:r>
              <a:rPr sz="1800"/>
              <a:t>*   **Instructions:** In pairs, use the word cards provided to correctly build the photosynthesis equation.</a:t>
            </a:r>
          </a:p>
          <a:p>
            <a:r>
              <a:rPr sz="1800"/>
              <a:t>*   *Extension:* Can you name the "ingredient" that powers the reaction, even though it's not a physical substance?</a:t>
            </a:r>
          </a:p>
          <a:p>
            <a:r>
              <a:rPr sz="1800"/>
              <a:t>*   **Image:** Example of scrambled word cards.</a:t>
            </a:r>
          </a:p>
          <a:p/>
          <a:p>
            <a:r>
              <a:rPr sz="1800"/>
              <a:t>**Slide 12: Quick Check / Assessment**</a:t>
            </a:r>
          </a:p>
          <a:p>
            <a:r>
              <a:rPr sz="1800"/>
              <a:t>*   **Title:** Test Your Knowledge!</a:t>
            </a:r>
          </a:p>
          <a:p>
            <a:r>
              <a:rPr sz="1800"/>
              <a:t>*   *Fill-in-the-Blanks:*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Photosynthesis literally means "making with _______."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Plants absorb water through their _______.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The gas plants take in from the air is _______.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The food plants make is called _______ (a type of sugar).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The gas released as a byproduct is _______.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*   **Image:** A lightbulb icon or checkmark.</a:t>
            </a:r>
          </a:p>
          <a:p/>
          <a:p>
            <a:r>
              <a:rPr sz="1800"/>
              <a:t>**Slide 13: Summary: The Big Picture!**</a:t>
            </a:r>
          </a:p>
          <a:p>
            <a:r>
              <a:rPr sz="1800"/>
              <a:t>*   **Title:** Photosynthesis in a Nutshell</a:t>
            </a:r>
          </a:p>
          <a:p>
            <a:r>
              <a:rPr sz="1800"/>
              <a:t>*   Plants are incredible! They use sunlight to turn simple ingredients (water + CO2) into their own food (glucose) AND release the oxygen we need to breathe.</a:t>
            </a:r>
          </a:p>
          <a:p>
            <a:r>
              <a:rPr sz="1800"/>
              <a:t>*   It's a process essential for ALL life on Earth!</a:t>
            </a:r>
          </a:p>
          <a:p>
            <a:r>
              <a:rPr sz="1800"/>
              <a:t>*   **Image:** A vibrant, healthy plant surrounded by a sun, water, CO2, and an oxygen bubble.</a:t>
            </a:r>
          </a:p>
          <a:p/>
          <a:p>
            <a:r>
              <a:rPr sz="1800"/>
              <a:t>**Slide 14: Q&amp;A / Next Steps**</a:t>
            </a:r>
          </a:p>
          <a:p>
            <a:r>
              <a:rPr sz="1800"/>
              <a:t>*   **Title:** Questions &amp; Beyond!</a:t>
            </a:r>
          </a:p>
          <a:p>
            <a:r>
              <a:rPr sz="1800"/>
              <a:t>*   Any questions about photosynthesis?</a:t>
            </a:r>
          </a:p>
          <a:p>
            <a:r>
              <a:rPr sz="1800"/>
              <a:t>*   **Think:** What happens to the glucose after it's made?</a:t>
            </a:r>
          </a:p>
          <a:p>
            <a:r>
              <a:rPr sz="1800"/>
              <a:t>*   **Future Lesson:** Exploring factors that affect the rate of photosynthesis.</a:t>
            </a:r>
          </a:p>
          <a:p>
            <a:r>
              <a:rPr sz="1800"/>
              <a:t>*   **Image:** Question mark, magnifying glass, or a path forward.</a:t>
            </a:r>
          </a:p>
          <a:p/>
          <a:p>
            <a:r>
              <a:rPr sz="1800"/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539</Words>
  <Application>Microsoft Office PowerPoint</Application>
  <PresentationFormat>Custom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Helvetica World</vt:lpstr>
      <vt:lpstr>Arial</vt:lpstr>
      <vt:lpstr>Helvetica World Bold</vt:lpstr>
      <vt:lpstr>Georgia Pro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Algorithms: Searching and Sorting</dc:title>
  <dc:description>Presentation - Algorithms: Searching and Sorting</dc:description>
  <cp:lastModifiedBy>user</cp:lastModifiedBy>
  <cp:revision>3</cp:revision>
  <dcterms:created xsi:type="dcterms:W3CDTF">2006-08-16T00:00:00Z</dcterms:created>
  <dcterms:modified xsi:type="dcterms:W3CDTF">2025-11-05T12:34:16Z</dcterms:modified>
  <dc:identifier>DAG3zzhZX2A</dc:identifier>
</cp:coreProperties>
</file>