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Georgia Pro Condense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4F6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5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 dirty="0" smtClean="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Mr. Edward Paul</a:t>
            </a:r>
            <a:endParaRPr lang="en-US" sz="3800" u="none" strike="noStrike" spc="-57" dirty="0">
              <a:solidFill>
                <a:srgbClr val="1C1C1C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Algorithms: Searching and Sorting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3581400"/>
            <a:chOff x="0" y="0"/>
            <a:chExt cx="17259300" cy="47752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Understanding Algorithms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Their Importance in Computer Science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059641"/>
              <a:ext cx="13512134" cy="1715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Algorithms are essential, defined as step-by-step procedures for solving problems. They enable computers to efficiently process information, making them a fundamental aspect of computer science and programming.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3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82996"/>
            <a:ext cx="4738234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how algorithms locate data effectively through different searching techniques.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Search Algorithms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82996"/>
            <a:ext cx="4741615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Learn the efficiency differences between linear and binary search methods in data retrieval.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Efficiencies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81844"/>
            <a:ext cx="4691983" cy="62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1"/>
              </a:lnSpc>
            </a:pPr>
            <a:r>
              <a:rPr lang="en-US" sz="1772" spc="-26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Understand the basics of bubble sort and how it organizes data through comparisons.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Learning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Linear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Sequential Scanning for Data Retrieval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a straightforward algorithm that checks each element in a list sequentially until it finds the target value or reaches the end of the list.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Simple 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method is easy to implement but can be inefficient for large datasets, as it might require examining every single item before locating the desired information.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 Cases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is particularly useful for small or unsorted datasets where quick implementation is necessary, making it an ideal choice for simple search tasks.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4F6F8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Binary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Divide and Conquer Method Explained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197100"/>
            <a:chOff x="0" y="0"/>
            <a:chExt cx="5744662" cy="29294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869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a fast search algorithm that finds the position of a target value within a sorted array, using a divide-and-conquer strategy for efficiency.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Mechanism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algorithm repeatedly divides the search interval in half; comparing the target value to the middle element, it narrows down the potential location until the target is found.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Requirements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For binary search to work, the data must be sorted beforehand; this prerequisite allows the algorithm to efficiently eliminate half of the remaining elements with each comparison.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66750"/>
            <a:ext cx="4010025" cy="6716121"/>
            <a:chOff x="0" y="0"/>
            <a:chExt cx="698915" cy="1170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3611225" y="666750"/>
            <a:ext cx="4010025" cy="6716121"/>
            <a:chOff x="0" y="0"/>
            <a:chExt cx="698915" cy="1170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915" cy="1170566"/>
            </a:xfrm>
            <a:custGeom>
              <a:avLst/>
              <a:gdLst/>
              <a:ahLst/>
              <a:cxnLst/>
              <a:rect l="l" t="t" r="r" b="b"/>
              <a:pathLst>
                <a:path w="698915" h="1170566">
                  <a:moveTo>
                    <a:pt x="38613" y="0"/>
                  </a:moveTo>
                  <a:lnTo>
                    <a:pt x="660302" y="0"/>
                  </a:lnTo>
                  <a:cubicBezTo>
                    <a:pt x="681627" y="0"/>
                    <a:pt x="698915" y="17288"/>
                    <a:pt x="698915" y="38613"/>
                  </a:cubicBezTo>
                  <a:lnTo>
                    <a:pt x="698915" y="1131953"/>
                  </a:lnTo>
                  <a:cubicBezTo>
                    <a:pt x="698915" y="1142194"/>
                    <a:pt x="694847" y="1152015"/>
                    <a:pt x="687606" y="1159256"/>
                  </a:cubicBezTo>
                  <a:cubicBezTo>
                    <a:pt x="680364" y="1166498"/>
                    <a:pt x="670543" y="1170566"/>
                    <a:pt x="660302" y="1170566"/>
                  </a:cubicBezTo>
                  <a:lnTo>
                    <a:pt x="38613" y="1170566"/>
                  </a:lnTo>
                  <a:cubicBezTo>
                    <a:pt x="17288" y="1170566"/>
                    <a:pt x="0" y="1153278"/>
                    <a:pt x="0" y="1131953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t="-279" b="-27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3A66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7829550"/>
            <a:ext cx="2876550" cy="1231011"/>
            <a:chOff x="0" y="0"/>
            <a:chExt cx="3835400" cy="164134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Efficiency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Linear search has O(n) time complexity.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7865173"/>
            <a:ext cx="2876550" cy="1231011"/>
            <a:chOff x="0" y="0"/>
            <a:chExt cx="3835400" cy="164134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3835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 spc="-42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Pros and Cons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79653"/>
              <a:ext cx="3835400" cy="861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80"/>
                </a:lnSpc>
                <a:spcBef>
                  <a:spcPct val="0"/>
                </a:spcBef>
              </a:pPr>
              <a:r>
                <a:rPr lang="en-US" sz="2000" u="none" strike="noStrike" spc="-30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Binary search is faster but needs sorted data.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733425"/>
            <a:ext cx="7021245" cy="449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Comparing Efficiency of Search Algorithms</a:t>
            </a:r>
          </a:p>
        </p:txBody>
      </p:sp>
      <p:sp>
        <p:nvSpPr>
          <p:cNvPr id="16" name="Freeform 1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BC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118" y="3357562"/>
            <a:ext cx="544593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Linear Search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9118" y="5086350"/>
            <a:ext cx="5445932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linear search, each element is examined sequentially until the target is found. This straightforward approach is effective for small or unsorted datasets, but can be slow for larger lists.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9850" y="3357562"/>
            <a:ext cx="5446184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Binary Search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1966" y="5086350"/>
            <a:ext cx="5446184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Binary search requires a sorted list, dividing the search space in half repeatedly, which drastically reduces the number of checks needed to find the target value, making it more efficient than linear search.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72950" y="3357562"/>
            <a:ext cx="54483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spc="-37">
                <a:solidFill>
                  <a:srgbClr val="2A3A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Efficiency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72950" y="5086350"/>
            <a:ext cx="5448300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 u="none" strike="noStrike" spc="-3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Comparing the two searches, linear search has a time complexity of O(n), while binary search operates at O(log n), highlighting the significant efficiency gained through the divide-and-conquer strategy of binary search.</a:t>
            </a:r>
          </a:p>
        </p:txBody>
      </p:sp>
      <p:sp>
        <p:nvSpPr>
          <p:cNvPr id="8" name="AutoShape 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w="19050" cap="flat">
            <a:solidFill>
              <a:srgbClr val="2A3A6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669118" y="4248150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421966" y="4248150"/>
            <a:ext cx="323850" cy="32385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172950" y="4248150"/>
            <a:ext cx="323850" cy="32385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3A66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Algorithm Tracing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BCCFF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2A3A66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Bubble Sort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Introducing Sorting Algorithms and Their Importance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73471"/>
            <a:ext cx="4738234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Compare adjacent elements to determine if they need swapping for sorting.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 Elements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73471"/>
            <a:ext cx="4741615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Elements are swapped if they are in the wrong order, ensuring sorting progress.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Swap if Needed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72319"/>
            <a:ext cx="4691983" cy="683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</a:pPr>
            <a:r>
              <a:rPr lang="en-US" sz="1962" spc="-29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sorting process continues with repeated passes until the entire list is sorted.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Repeat Passes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4F6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Bubble Sort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3352800"/>
            <a:ext cx="11201400" cy="6267450"/>
            <a:chOff x="0" y="0"/>
            <a:chExt cx="1471052" cy="823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1052" cy="823089"/>
            </a:xfrm>
            <a:custGeom>
              <a:avLst/>
              <a:gdLst/>
              <a:ahLst/>
              <a:cxnLst/>
              <a:rect l="l" t="t" r="r" b="b"/>
              <a:pathLst>
                <a:path w="1471052" h="823089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r="-52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172950" y="3352800"/>
            <a:ext cx="5448300" cy="6267450"/>
            <a:chOff x="0" y="0"/>
            <a:chExt cx="715512" cy="8230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5512" cy="823089"/>
            </a:xfrm>
            <a:custGeom>
              <a:avLst/>
              <a:gdLst/>
              <a:ahLst/>
              <a:cxnLst/>
              <a:rect l="l" t="t" r="r" b="b"/>
              <a:pathLst>
                <a:path w="715512" h="823089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t="-103" b="-10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Tracing Bubble Sort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9BCEB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09625"/>
            <a:ext cx="5448300" cy="308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Takeaways and Insights</a:t>
            </a: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734675" y="6944836"/>
            <a:ext cx="6886575" cy="1837373"/>
            <a:chOff x="0" y="0"/>
            <a:chExt cx="9182100" cy="24498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Tracing Importance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95189"/>
              <a:ext cx="9182100" cy="115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algorithms requires </a:t>
              </a: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step-by-step tracing practice.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1C1C1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34675" y="4248150"/>
            <a:ext cx="6886575" cy="1808798"/>
            <a:chOff x="0" y="0"/>
            <a:chExt cx="9182100" cy="24117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Sorting Concepts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Bubble sort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an essential foundational sorting algorithm.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1562100"/>
            <a:ext cx="6886575" cy="1808798"/>
            <a:chOff x="0" y="0"/>
            <a:chExt cx="9182100" cy="241173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2A3A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Search Algorithms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u="none" strike="noStrike" spc="-37">
                  <a:solidFill>
                    <a:srgbClr val="1C1C1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and binary searches</a:t>
              </a:r>
              <a:r>
                <a:rPr lang="en-US" sz="2499" u="none" strike="noStrike" spc="-37">
                  <a:solidFill>
                    <a:srgbClr val="1C1C1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each have distinct strengths.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C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A3A6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9001760"/>
            <a:ext cx="8324850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1C1C1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Practice tracing algorithms today!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942975"/>
            <a:ext cx="8317491" cy="389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2A3A6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Continue Learning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on Graphics &amp; DTP fundamentals Practicals  -  Year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AI-Generated Teaching Slides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Okay, here is a detailed lesson pack for Year 7 on "Graphics &amp; DTP Fundamentals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 Lesson Pack: Graphics &amp; DTP Fundamentals Practicals - Year 7</a:t>
            </a:r>
          </a:p>
          <a:p/>
          <a:p>
            <a:r>
              <a:rPr sz="2000"/>
              <a:t>**Topic:** Introduction to Graphics &amp; Desktop Publishing (DTP) for Practical Application</a:t>
            </a:r>
          </a:p>
          <a:p>
            <a:r>
              <a:rPr sz="2000"/>
              <a:t>**Target Audience:** Year 7 Computing / ICT</a:t>
            </a:r>
          </a:p>
          <a:p>
            <a:r>
              <a:rPr sz="2000"/>
              <a:t>**Time Allotment:** 60-75 minutes (adaptable)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1. Lesson Objectives</a:t>
            </a:r>
          </a:p>
          <a:p/>
          <a:p>
            <a:r>
              <a:rPr sz="2000"/>
              <a:t>By the end of this lesson, students will be able to:</a:t>
            </a:r>
          </a:p>
          <a:p/>
          <a:p>
            <a:r>
              <a:rPr sz="2000"/>
              <a:t>*   **Define** Desktop Publishing (DTP) and explain its purpose in creating visual documents.</a:t>
            </a:r>
          </a:p>
          <a:p>
            <a:r>
              <a:rPr sz="2000"/>
              <a:t>*   **Identify** common graphic types (e.g., photographs, illustrations/clip art) and understand their role in DTP.</a:t>
            </a:r>
          </a:p>
          <a:p>
            <a:r>
              <a:rPr sz="2000"/>
              <a:t>*   **Use** a DTP/graphics software (e.g., Google Drawings, Canva, Publisher) to create a simple document like a poster or flyer.</a:t>
            </a:r>
          </a:p>
          <a:p>
            <a:r>
              <a:rPr sz="2000"/>
              <a:t>*   **Apply** basic design principles such as text boxes, image placement, and font choice for readability and visual appeal.</a:t>
            </a:r>
          </a:p>
          <a:p>
            <a:r>
              <a:rPr sz="2000"/>
              <a:t>*   **Reflect** on the effectiveness of their design and suggest improvements.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2. Introduction / Starter Activity (10-15 minutes)</a:t>
            </a:r>
          </a:p>
          <a:p/>
          <a:p>
            <a:r>
              <a:rPr sz="2000"/>
              <a:t>**Activity: "Spot the Design Disaster!"**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**Display:** Show students two versions of a simple poster or flyer side-by-side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**Version A (Disaster):** Cluttered, too many clashing fonts, poor colour contrast, stretched/pixelated images, information is hard to read.</a:t>
            </a:r>
          </a:p>
          <a:p>
            <a:r>
              <a:rPr sz="2000"/>
              <a:t>    *   **Version B (Effective):** Clear layout, consistent fonts, good colour contrast, appropriate images, easy to read.</a:t>
            </a:r>
          </a:p>
          <a:p>
            <a:r>
              <a:rPr sz="2000"/>
              <a:t>    *   *Example Content:* A poster for a "School Bake Sale" or "Lost Pet."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**Discussion (Think-Pair-Share):**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"Look at these two posters. What do you notice about them?"</a:t>
            </a:r>
          </a:p>
          <a:p>
            <a:r>
              <a:rPr sz="2000"/>
              <a:t>    *   "Which one is easier to understand? Why?"</a:t>
            </a:r>
          </a:p>
          <a:p>
            <a:r>
              <a:rPr sz="2000"/>
              <a:t>    *   "What makes Poster A difficult to read or look at?"</a:t>
            </a:r>
          </a:p>
          <a:p>
            <a:r>
              <a:rPr sz="2000"/>
              <a:t>    *   "What makes Poster B effective?"</a:t>
            </a:r>
          </a:p>
          <a:p>
            <a:r>
              <a:rPr sz="2000"/>
              <a:t>    *   Introduce terms like 'layout,' 'readability,' 'visual appeal,' and 'information hierarchy' organically from their observations.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**Introduce DTP:** Explain that the process of creating documents like these, 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### 3. Key Teaching Points (15-20 minutes)</a:t>
            </a:r>
          </a:p>
          <a:p/>
          <a:p>
            <a:r>
              <a:rPr sz="2000"/>
              <a:t>*(Delivered via discussion, demonstration, and visual aids - i.e., the PowerPoint)*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**What is Desktop Publishing (DTP)?**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**Definition:** Using a computer and software to create documents that combine text and graphics for print or digital display.</a:t>
            </a:r>
          </a:p>
          <a:p>
            <a:r>
              <a:rPr sz="2000"/>
              <a:t>    *   **Purpose:** To make professional-looking documents for various uses.</a:t>
            </a:r>
          </a:p>
          <a:p>
            <a:r>
              <a:rPr sz="2000"/>
              <a:t>    *   **Examples:** Posters, flyers, brochures, newspapers, magazines, books, advertisements, invitations. (Show visual examples for each).</a:t>
            </a:r>
          </a:p>
          <a:p>
            <a:r>
              <a:rPr sz="2000"/>
              <a:t>    *   **Key Concept:** It's more than just typing in a word processor; it's about *designing* the page.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**Graphics Fundamentals:**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**What are Graphics?** Visual elements like images, photos, illustrations, drawings, logos, icons.</a:t>
            </a:r>
          </a:p>
          <a:p>
            <a:r>
              <a:rPr sz="2000"/>
              <a:t>    *   **Why use them?** To grab attention, illustrate points, convey emotions, break up text, enhance visual appeal.</a:t>
            </a:r>
          </a:p>
          <a:p>
            <a:r>
              <a:rPr sz="2000"/>
              <a:t>    *   **Types (Simplified for Y7):**</a:t>
            </a:r>
          </a:p>
          <a:p>
            <a:r>
              <a:rPr sz="2000"/>
              <a:t>        *   **Photographs:** Realistic images taken with a camera (e.g., JPG files). Good for showing real things.</a:t>
            </a:r>
          </a:p>
          <a:p>
            <a:r>
              <a:rPr sz="2000"/>
              <a:t>        *   **Illustrations/Clip Art:** Drawings, cartoons, diagrams (e.g., PNG for transparency, simple vector shapes). Good for conceptual ideas or adding fun.</a:t>
            </a:r>
          </a:p>
          <a:p>
            <a:r>
              <a:rPr sz="2000"/>
              <a:t>    *   **Important Considerations:**</a:t>
            </a:r>
          </a:p>
          <a:p>
            <a:r>
              <a:rPr sz="2000"/>
              <a:t>        *   **Relevance:** Does the image fit the message?</a:t>
            </a:r>
          </a:p>
          <a:p>
            <a:r>
              <a:rPr sz="2000"/>
              <a:t>        *   **Quality:** Is it clear, not blurry or pixelated? (Demonstrate a good vs. bad image).</a:t>
            </a:r>
          </a:p>
          <a:p>
            <a:r>
              <a:rPr sz="2000"/>
              <a:t>        *   **Copyright/Source:** Where do we get images? (Mention royalty-free sources like Pixabay, Unsplash, or school-provided image banks). *Briefly touch on not just 'taking' images from Google without checking.*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**Basic DTP Software Tools:**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**Page/Canvas:** The blank space where you create your document.</a:t>
            </a:r>
          </a:p>
          <a:p>
            <a:r>
              <a:rPr sz="2000"/>
              <a:t>    *   **Text Box:** A movable, resizable box specifically for typing text. (Crucial difference from just typing on the page).</a:t>
            </a:r>
          </a:p>
          <a:p>
            <a:r>
              <a:rPr sz="2000"/>
              <a:t>    *   **Image Frame/Placeholder:** Where images are inserted and manipulated.</a:t>
            </a:r>
          </a:p>
          <a:p>
            <a:r>
              <a:rPr sz="2000"/>
              <a:t>    *   **Shape Tools:** For adding rectangles, circles, lines, etc., to highlight information or add design elements.</a:t>
            </a:r>
          </a:p>
          <a:p>
            <a:r>
              <a:rPr sz="2000"/>
              <a:t>    *   **Colour Palette:** Choosing colours for text, shapes, and backgrounds.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**Basic Design Principles (for Year 7):**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**Layout:** How text and images are arranged on the page. Aim for a clear, uncluttered look.</a:t>
            </a:r>
          </a:p>
          <a:p>
            <a:r>
              <a:rPr sz="2000"/>
              <a:t>    *   **Readability:** Can people easily read your text?</a:t>
            </a:r>
          </a:p>
          <a:p>
            <a:r>
              <a:rPr sz="2000"/>
              <a:t>        *   **Font Choice:** Use 1-2 clear, easy-to-read fonts. Avoid too many fancy ones.</a:t>
            </a:r>
          </a:p>
          <a:p>
            <a:r>
              <a:rPr sz="2000"/>
              <a:t>        *   **Font Size:** Headlines big, body text readable from a distance.</a:t>
            </a:r>
          </a:p>
          <a:p>
            <a:r>
              <a:rPr sz="2000"/>
              <a:t>        *   **Colour Contrast:** Dark text on light background (or vice-versa). Avoid colours that blend.</a:t>
            </a:r>
          </a:p>
          <a:p>
            <a:r>
              <a:rPr sz="2000"/>
              <a:t>    *   **Visual Hierarchy:** What's the most important information? Make it stand out (bigger font, bold, central image).</a:t>
            </a:r>
          </a:p>
          <a:p>
            <a:r>
              <a:rPr sz="2000"/>
              <a:t>    *   **White Space:** Don't fill every single bit of the page! Empty space helps guide the eye and reduces clutter.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4. Guided Practice or Activities (25-30 minutes)</a:t>
            </a:r>
          </a:p>
          <a:p/>
          <a:p>
            <a:r>
              <a:rPr sz="2000"/>
              <a:t>**Activity: "Design a School Event Poster"**</a:t>
            </a:r>
          </a:p>
          <a:p/>
          <a:p>
            <a:r>
              <a:rPr sz="2000"/>
              <a:t>Students will create a simple poster for a hypothetical school event.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**Scenario:** Students choose ONE of the following scenarios to create a poster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**Scenario A:** "School's Annual Sports Day" (Date, time, location, activities, 'come support us!')</a:t>
            </a:r>
          </a:p>
          <a:p>
            <a:r>
              <a:rPr sz="2000"/>
              <a:t>    *   **Scenario B:** "Talent Show Auditions" (Date, time, place, what to prepare, 'sign up now!')</a:t>
            </a:r>
          </a:p>
          <a:p>
            <a:r>
              <a:rPr sz="2000"/>
              <a:t>    *   **Scenario C:** "Lost School Mascot" (Description, where last seen, contact info, reward - allows for a clear image).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**Software:** Use accessible software: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**Recommended:** Google Drawings (free, web-based, collaborative), Canva (free education accounts available), Microsoft Publisher, LibreOffice Draw.</a:t>
            </a:r>
          </a:p>
          <a:p>
            <a:r>
              <a:rPr sz="2000"/>
              <a:t>    *   **Alternative (Simpler):** Microsoft Paint (for basic image editing then pasting into a word processor for text), Google Docs (using text boxes and image wrapping).</a:t>
            </a:r>
          </a:p>
          <a:p>
            <a:r>
              <a:rPr sz="2000"/>
              <a:t>    *   *Teacher Note:* Ensure students have access to the chosen software and ideally a pre-prepared folder of safe, royalty-free images they can use for their chosen scenario.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**Step-by-Step Guidance (Teacher Demonstrates, Students Follow):**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**Step 1: Get Started:** Open the chosen software. Create a new document/canvas.</a:t>
            </a:r>
          </a:p>
          <a:p>
            <a:r>
              <a:rPr sz="2000"/>
              <a:t>    *   **Step 2: Title &amp; Headline:**</a:t>
            </a:r>
          </a:p>
          <a:p>
            <a:r>
              <a:rPr sz="2000"/>
              <a:t>        *   Add a large, clear **text box** for the main title (e.g., "SCHOOL SPORTS DAY!").</a:t>
            </a:r>
          </a:p>
          <a:p>
            <a:r>
              <a:rPr sz="2000"/>
              <a:t>        *   Choose a clear, bold font and an appropriate size.</a:t>
            </a:r>
          </a:p>
          <a:p>
            <a:r>
              <a:rPr sz="2000"/>
              <a:t>        *   Position it at the top.</a:t>
            </a:r>
          </a:p>
          <a:p>
            <a:r>
              <a:rPr sz="2000"/>
              <a:t>    *   **Step 3: Event Details:**</a:t>
            </a:r>
          </a:p>
          <a:p>
            <a:r>
              <a:rPr sz="2000"/>
              <a:t>        *   Add separate **text boxes** for key information (Date, Time, Location, What to bring/do).</a:t>
            </a:r>
          </a:p>
          <a:p>
            <a:r>
              <a:rPr sz="2000"/>
              <a:t>        *   Choose a slightly smaller but still readable font.</a:t>
            </a:r>
          </a:p>
          <a:p>
            <a:r>
              <a:rPr sz="2000"/>
              <a:t>        *   Arrange these logically.</a:t>
            </a:r>
          </a:p>
          <a:p>
            <a:r>
              <a:rPr sz="2000"/>
              <a:t>    *   **Step 4: Add a Graphic:**</a:t>
            </a:r>
          </a:p>
          <a:p>
            <a:r>
              <a:rPr sz="2000"/>
              <a:t>        *   Demonstrate how to **insert an image** (from the provided folder).</a:t>
            </a:r>
          </a:p>
          <a:p>
            <a:r>
              <a:rPr sz="2000"/>
              <a:t>        *   Show how to **resize** and **move** the image without stretching it disproportionately.</a:t>
            </a:r>
          </a:p>
          <a:p>
            <a:r>
              <a:rPr sz="2000"/>
              <a:t>        *   Place it prominently but without covering essential text.</a:t>
            </a:r>
          </a:p>
          <a:p>
            <a:r>
              <a:rPr sz="2000"/>
              <a:t>    *   **Step 5: Enhance &amp; Refine:**</a:t>
            </a:r>
          </a:p>
          <a:p>
            <a:r>
              <a:rPr sz="2000"/>
              <a:t>        *   Add a simple **shape** (e.g., a rectangle behind the title for emphasis, a border).</a:t>
            </a:r>
          </a:p>
          <a:p>
            <a:r>
              <a:rPr sz="2000"/>
              <a:t>        *   Experiment with **colour** for text or shapes (emphasize good contrast).</a:t>
            </a:r>
          </a:p>
          <a:p>
            <a:r>
              <a:rPr sz="2000"/>
              <a:t>        *   Review their poster against the "Good Design Principles" discussed earlier. *Is it clear? Is it easy to read? Does it look appealing?*</a:t>
            </a:r>
          </a:p>
          <a:p>
            <a:r>
              <a:rPr sz="2000"/>
              <a:t>    *   **Step 6: Save &amp; Export:** Instruct students to save their work (e.g., as a JPG or PNG image, or the native software file).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**Differentiation:**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**Support:** Provide pre-made templates with text boxes and image placeholders ready. Offer specific fonts/colours to choose from. Work in pairs.</a:t>
            </a:r>
          </a:p>
          <a:p>
            <a:r>
              <a:rPr sz="2000"/>
              <a:t>    *   **Challenge:** Ask students to create a small school logo or add a call to action (e.g., a QR code placeholder). Explore advanced text formatting or alignment options.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5. Assessment Ideas (5-10 minutes)</a:t>
            </a:r>
          </a:p>
          <a:p/>
          <a:p>
            <a:r>
              <a:rPr sz="2000"/>
              <a:t>**Formative Assessment during the lesson:**</a:t>
            </a:r>
          </a:p>
          <a:p/>
          <a:p>
            <a:r>
              <a:rPr sz="2000"/>
              <a:t>*   **Teacher Observation:** Circulate the room, provide immediate feedback, check for understanding of tools and principles.</a:t>
            </a:r>
          </a:p>
          <a:p>
            <a:r>
              <a:rPr sz="2000"/>
              <a:t>*   **Quick Check-in:** Ask students to show their screen at a certain point. "Can you show me your title?" "How did you add that image?"</a:t>
            </a:r>
          </a:p>
          <a:p/>
          <a:p>
            <a:r>
              <a:rPr sz="2000"/>
              <a:t>**Summative / End of lesson Assessment:**</a:t>
            </a:r>
          </a:p>
          <a:p/>
          <a:p>
            <a:r>
              <a:rPr sz="2000"/>
              <a:t>*   **Poster Submission:** Students submit their completed poster.</a:t>
            </a:r>
          </a:p>
          <a:p>
            <a:r>
              <a:rPr sz="2000"/>
              <a:t>    *   **Rubric/Checklist:** Assess against the objectives:</a:t>
            </a:r>
          </a:p>
          <a:p>
            <a:r>
              <a:rPr sz="2000"/>
              <a:t>        *   **Clarity of Information:** Is all essential information present and easy to find? (20%)</a:t>
            </a:r>
          </a:p>
          <a:p>
            <a:r>
              <a:rPr sz="2000"/>
              <a:t>        *   **Effective Use of Graphics:** Is the graphic relevant, clear, and well-placed? (25%)</a:t>
            </a:r>
          </a:p>
          <a:p>
            <a:r>
              <a:rPr sz="2000"/>
              <a:t>        *   **Layout &amp; Readability:** Is the text readable, well-sized, and are elements arranged logically? (30%)</a:t>
            </a:r>
          </a:p>
          <a:p>
            <a:r>
              <a:rPr sz="2000"/>
              <a:t>        *   **Visual Appeal:** Is the overall design attractive and engaging (good use of colour, white space)? (15%)</a:t>
            </a:r>
          </a:p>
          <a:p>
            <a:r>
              <a:rPr sz="2000"/>
              <a:t>        *   **Software Proficiency:** Did they effectively use the software's basic tools? (10%)</a:t>
            </a:r>
          </a:p>
          <a:p>
            <a:r>
              <a:rPr sz="2000"/>
              <a:t>*   **Peer Feedback (Optional, if time):** Students display their posters and use a simple "Two Stars and a Wish" feedback form for a partner's work.</a:t>
            </a:r>
          </a:p>
          <a:p>
            <a:r>
              <a:rPr sz="2000"/>
              <a:t>    *   *Star 1:* "I really liked how you..."</a:t>
            </a:r>
          </a:p>
          <a:p>
            <a:r>
              <a:rPr sz="2000"/>
              <a:t>    *   *Star 2:* "Your poster was great because..."</a:t>
            </a:r>
          </a:p>
          <a:p>
            <a:r>
              <a:rPr sz="2000"/>
              <a:t>    *   *Wish:* "Next time, you could try to improve..."</a:t>
            </a:r>
          </a:p>
          <a:p/>
          <a:p>
            <a:r>
              <a:rPr sz="2000"/>
              <a:t>---</a:t>
            </a:r>
          </a:p>
          <a:p/>
          <a:p>
            <a:r>
              <a:rPr sz="2000"/>
              <a:t>### 6. Summary / Conclusion (5 minutes)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**Review Objectives:** Briefly revisit the lesson objectives. "Can you now defin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**Quick Q&amp;A:**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*   "What was one new thing you learned today about making a poster?"</a:t>
            </a:r>
          </a:p>
          <a:p>
            <a:r>
              <a:rPr sz="2000"/>
              <a:t>    *   "Why is good design important?"</a:t>
            </a:r>
          </a:p>
          <a:p>
            <a:r>
              <a:rPr sz="2000"/>
              <a:t>    *   "Where else might you see DTP in action?"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**Real-World Connection:** Reiterate that DTP skills are valuable for school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**Homework/Extension (Optional):** Ask students to find examples of good and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---</a:t>
            </a:r>
          </a:p>
          <a:p/>
          <a:p>
            <a:r>
              <a:rPr sz="2000"/>
              <a:t>### 7. PowerPoint Slide Outline</a:t>
            </a:r>
          </a:p>
          <a:p/>
          <a:p>
            <a:r>
              <a:rPr sz="2000"/>
              <a:t>**(Approx. 19 slides)**</a:t>
            </a:r>
          </a:p>
          <a:p/>
          <a:p>
            <a:r>
              <a:rPr sz="2000"/>
              <a:t>**Slide 1: Title Slide**</a:t>
            </a:r>
          </a:p>
          <a:p>
            <a:r>
              <a:rPr sz="2000"/>
              <a:t>*   Title: Graphics &amp; DTP Fundamentals Practicals</a:t>
            </a:r>
          </a:p>
          <a:p>
            <a:r>
              <a:rPr sz="2000"/>
              <a:t>*   Subtitle: Creating Engaging Visual Documents</a:t>
            </a:r>
          </a:p>
          <a:p>
            <a:r>
              <a:rPr sz="2000"/>
              <a:t>*   Your Name / School Logo</a:t>
            </a:r>
          </a:p>
          <a:p>
            <a:r>
              <a:rPr sz="2000"/>
              <a:t>*   Year 7 Computing</a:t>
            </a:r>
          </a:p>
          <a:p/>
          <a:p>
            <a:r>
              <a:rPr sz="2000"/>
              <a:t>**Slide 2: Lesson Objectives**</a:t>
            </a:r>
          </a:p>
          <a:p>
            <a:r>
              <a:rPr sz="2000"/>
              <a:t>*   By the end of this lesson, you will be able to:</a:t>
            </a:r>
          </a:p>
          <a:p>
            <a:r>
              <a:rPr sz="2000"/>
              <a:t>    *   Define Desktop Publishing (DTP) &amp; its purpose.</a:t>
            </a:r>
          </a:p>
          <a:p>
            <a:r>
              <a:rPr sz="2000"/>
              <a:t>    *   Identify common graphic types.</a:t>
            </a:r>
          </a:p>
          <a:p>
            <a:r>
              <a:rPr sz="2000"/>
              <a:t>    *   Use DTP software to create a simple document.</a:t>
            </a:r>
          </a:p>
          <a:p>
            <a:r>
              <a:rPr sz="2000"/>
              <a:t>    *   Apply basic design principles (layout, text, images).</a:t>
            </a:r>
          </a:p>
          <a:p>
            <a:r>
              <a:rPr sz="2000"/>
              <a:t>    *   Reflect on your design.</a:t>
            </a:r>
          </a:p>
          <a:p/>
          <a:p>
            <a:r>
              <a:rPr sz="2000"/>
              <a:t>**Slide 3: Starter Activity: Spot the Design Disaster!**</a:t>
            </a:r>
          </a:p>
          <a:p>
            <a:r>
              <a:rPr sz="2000"/>
              <a:t>*   [Image: Poorly designed poster - e.g., cluttered, bad fonts, pixelated image]</a:t>
            </a:r>
          </a:p>
          <a:p>
            <a:r>
              <a:rPr sz="2000"/>
              <a:t>*   [Image: Well-designed poster - e.g., clean, readable, clear image]</a:t>
            </a:r>
          </a:p>
          <a:p>
            <a:r>
              <a:rPr sz="2000"/>
              <a:t>*   Which one is better? Why?</a:t>
            </a:r>
          </a:p>
          <a:p>
            <a:r>
              <a:rPr sz="2000"/>
              <a:t>*   Think-Pair-Share Discussion.</a:t>
            </a:r>
          </a:p>
          <a:p/>
          <a:p>
            <a:r>
              <a:rPr sz="2000"/>
              <a:t>**Slide 4: What is Desktop Publishing (DTP)?**</a:t>
            </a:r>
          </a:p>
          <a:p>
            <a:r>
              <a:rPr sz="2000"/>
              <a:t>*   Definition: Using a computer and software to create documents that combine text and graphics.</a:t>
            </a:r>
          </a:p>
          <a:p>
            <a:r>
              <a:rPr sz="2000"/>
              <a:t>*   Purpose: To make professional-looking documents for print or digital.</a:t>
            </a:r>
          </a:p>
          <a:p>
            <a:r>
              <a:rPr sz="2000"/>
              <a:t>*   It's about *designing* the page, not just typing!</a:t>
            </a:r>
          </a:p>
          <a:p/>
          <a:p>
            <a:r>
              <a:rPr sz="2000"/>
              <a:t>**Slide 5: Where do we see DTP? (Examples)**</a:t>
            </a:r>
          </a:p>
          <a:p>
            <a:r>
              <a:rPr sz="2000"/>
              <a:t>*   [Image: Newspaper front page] Newspapers &amp; Magazines</a:t>
            </a:r>
          </a:p>
          <a:p>
            <a:r>
              <a:rPr sz="2000"/>
              <a:t>*   [Image: Event flyer] Posters &amp; Flyers</a:t>
            </a:r>
          </a:p>
          <a:p>
            <a:r>
              <a:rPr sz="2000"/>
              <a:t>*   [Image: Brochure] Brochures &amp; Leaflets</a:t>
            </a:r>
          </a:p>
          <a:p>
            <a:r>
              <a:rPr sz="2000"/>
              <a:t>*   [Image: Book cover] Books &amp; Reports</a:t>
            </a:r>
          </a:p>
          <a:p>
            <a:r>
              <a:rPr sz="2000"/>
              <a:t>*   [Image: Invitation card] Invitations &amp; Cards</a:t>
            </a:r>
          </a:p>
          <a:p/>
          <a:p>
            <a:r>
              <a:rPr sz="2000"/>
              <a:t>**Slide 6: Graphics Fundamentals: What are they?**</a:t>
            </a:r>
          </a:p>
          <a:p>
            <a:r>
              <a:rPr sz="2000"/>
              <a:t>*   Graphics are visual elements.</a:t>
            </a:r>
          </a:p>
          <a:p>
            <a:r>
              <a:rPr sz="2000"/>
              <a:t>*   Why use them?</a:t>
            </a:r>
          </a:p>
          <a:p>
            <a:r>
              <a:rPr sz="2000"/>
              <a:t>    *   Grab attention</a:t>
            </a:r>
          </a:p>
          <a:p>
            <a:r>
              <a:rPr sz="2000"/>
              <a:t>    *   Illustrate points</a:t>
            </a:r>
          </a:p>
          <a:p>
            <a:r>
              <a:rPr sz="2000"/>
              <a:t>    *   Convey emotions</a:t>
            </a:r>
          </a:p>
          <a:p>
            <a:r>
              <a:rPr sz="2000"/>
              <a:t>    *   Make things look good!</a:t>
            </a:r>
          </a:p>
          <a:p>
            <a:r>
              <a:rPr sz="2000"/>
              <a:t>*   [Image: Collection of various graphics - photo, icon, illustration]</a:t>
            </a:r>
          </a:p>
          <a:p/>
          <a:p>
            <a:r>
              <a:rPr sz="2000"/>
              <a:t>**Slide 7: Types of Graphics (for DTP)**</a:t>
            </a:r>
          </a:p>
          <a:p>
            <a:r>
              <a:rPr sz="2000"/>
              <a:t>*   **Photographs:** Realistic images from cameras.</a:t>
            </a:r>
          </a:p>
          <a:p>
            <a:r>
              <a:rPr sz="2000"/>
              <a:t>    *   [Image: High-quality photo]</a:t>
            </a:r>
          </a:p>
          <a:p>
            <a:r>
              <a:rPr sz="2000"/>
              <a:t>    *   Good for showing real objects or people.</a:t>
            </a:r>
          </a:p>
          <a:p>
            <a:r>
              <a:rPr sz="2000"/>
              <a:t>*   **Illustrations / Clip Art:** Drawings, cartoons, diagrams.</a:t>
            </a:r>
          </a:p>
          <a:p>
            <a:r>
              <a:rPr sz="2000"/>
              <a:t>    *   [Image: Simple cartoon illustration]</a:t>
            </a:r>
          </a:p>
          <a:p>
            <a:r>
              <a:rPr sz="2000"/>
              <a:t>    *   Good for concepts, fun, or simple visuals.</a:t>
            </a:r>
          </a:p>
          <a:p>
            <a:r>
              <a:rPr sz="2000"/>
              <a:t>*   **Always check:** Relevance, Quality, Source (Copyright!)</a:t>
            </a:r>
          </a:p>
          <a:p/>
          <a:p>
            <a:r>
              <a:rPr sz="2000"/>
              <a:t>**Slide 8: Key DTP Software Tools**</a:t>
            </a:r>
          </a:p>
          <a:p>
            <a:r>
              <a:rPr sz="2000"/>
              <a:t>*   **Page/Canvas:** Your digital workspace.</a:t>
            </a:r>
          </a:p>
          <a:p>
            <a:r>
              <a:rPr sz="2000"/>
              <a:t>*   **Text Box:** Special box for text – you can move and resize it!</a:t>
            </a:r>
          </a:p>
          <a:p>
            <a:r>
              <a:rPr sz="2000"/>
              <a:t>    *   [Image: Screenshot of text box being used in software]</a:t>
            </a:r>
          </a:p>
          <a:p>
            <a:r>
              <a:rPr sz="2000"/>
              <a:t>*   **Image Frame:** Area where you place pictures.</a:t>
            </a:r>
          </a:p>
          <a:p>
            <a:r>
              <a:rPr sz="2000"/>
              <a:t>    *   [Image: Screenshot of image frame/placeholder]</a:t>
            </a:r>
          </a:p>
          <a:p>
            <a:r>
              <a:rPr sz="2000"/>
              <a:t>*   **Shape Tools:** Rectangles, circles, lines to add design.</a:t>
            </a:r>
          </a:p>
          <a:p/>
          <a:p>
            <a:r>
              <a:rPr sz="2000"/>
              <a:t>**Slide 9: Basic Design Principles (How to make it look good!)**</a:t>
            </a:r>
          </a:p>
          <a:p>
            <a:r>
              <a:rPr sz="2000"/>
              <a:t>*   **1. Layout:** How things are arranged on the page. Keep it tidy!</a:t>
            </a:r>
          </a:p>
          <a:p>
            <a:r>
              <a:rPr sz="2000"/>
              <a:t>    *   [Image: Good vs. Bad layout example]</a:t>
            </a:r>
          </a:p>
          <a:p>
            <a:r>
              <a:rPr sz="2000"/>
              <a:t>*   **2. Readability:** Can people easily read your text?</a:t>
            </a:r>
          </a:p>
          <a:p>
            <a:r>
              <a:rPr sz="2000"/>
              <a:t>    *   **Font Choice:** Use 1-2 clear fonts.</a:t>
            </a:r>
          </a:p>
          <a:p>
            <a:r>
              <a:rPr sz="2000"/>
              <a:t>    *   **Font Size:** Big for headlines, smaller for details.</a:t>
            </a:r>
          </a:p>
          <a:p>
            <a:r>
              <a:rPr sz="2000"/>
              <a:t>    *   **Colour Contrast:** Dark text on light background (or vice-versa).</a:t>
            </a:r>
          </a:p>
          <a:p>
            <a:r>
              <a:rPr sz="2000"/>
              <a:t>    *   [Image: Good vs. Bad font/contrast example]</a:t>
            </a:r>
          </a:p>
          <a:p/>
          <a:p>
            <a:r>
              <a:rPr sz="2000"/>
              <a:t>**Slide 10: Basic Design Principles (Continued)**</a:t>
            </a:r>
          </a:p>
          <a:p>
            <a:r>
              <a:rPr sz="2000"/>
              <a:t>*   **3. Visual Hierarchy:** What's most important? Make it stand out!</a:t>
            </a:r>
          </a:p>
          <a:p>
            <a:r>
              <a:rPr sz="2000"/>
              <a:t>    *   [Image: Example showing a clear headline vs. smaller body text]</a:t>
            </a:r>
          </a:p>
          <a:p>
            <a:r>
              <a:rPr sz="2000"/>
              <a:t>*   **4. White Space:** Don't cram everything in! Empty space helps guide the eye.</a:t>
            </a:r>
          </a:p>
          <a:p>
            <a:r>
              <a:rPr sz="2000"/>
              <a:t>    *   [Image: Example showing a cluttered vs. clear use of white space]</a:t>
            </a:r>
          </a:p>
          <a:p/>
          <a:p>
            <a:r>
              <a:rPr sz="2000"/>
              <a:t>**Slide 11: Activity: Design a School Event Poster!**</a:t>
            </a:r>
          </a:p>
          <a:p>
            <a:r>
              <a:rPr sz="2000"/>
              <a:t>*   **Your Task:** Create a poster for a school event.</a:t>
            </a:r>
          </a:p>
          <a:p>
            <a:r>
              <a:rPr sz="2000"/>
              <a:t>*   **Choose ONE scenario:**</a:t>
            </a:r>
          </a:p>
          <a:p>
            <a:r>
              <a:rPr sz="2000"/>
              <a:t>    *   School Sports Day</a:t>
            </a:r>
          </a:p>
          <a:p>
            <a:r>
              <a:rPr sz="2000"/>
              <a:t>    *   Talent Show Auditions</a:t>
            </a:r>
          </a:p>
          <a:p>
            <a:r>
              <a:rPr sz="2000"/>
              <a:t>    *   Lost School Mascot</a:t>
            </a:r>
          </a:p>
          <a:p>
            <a:r>
              <a:rPr sz="2000"/>
              <a:t>*   **Software:** [Name of chosen software, e.g., Google Drawings / Canva]</a:t>
            </a:r>
          </a:p>
          <a:p/>
          <a:p>
            <a:r>
              <a:rPr sz="2000"/>
              <a:t>**Slide 12: Step 1: Planning Your Poster**</a:t>
            </a:r>
          </a:p>
          <a:p>
            <a:r>
              <a:rPr sz="2000"/>
              <a:t>*   What is your chosen event?</a:t>
            </a:r>
          </a:p>
          <a:p>
            <a:r>
              <a:rPr sz="2000"/>
              <a:t>*   What is the **MOST IMPORTANT** information? (Who, What, When, Where, Why)</a:t>
            </a:r>
          </a:p>
          <a:p>
            <a:r>
              <a:rPr sz="2000"/>
              <a:t>*   What kind of image would be relevant?</a:t>
            </a:r>
          </a:p>
          <a:p>
            <a:r>
              <a:rPr sz="2000"/>
              <a:t>*   What colours might fit the event? (e.g., bright for Sports Day, mysterious for Lost Mascot)</a:t>
            </a:r>
          </a:p>
          <a:p/>
          <a:p>
            <a:r>
              <a:rPr sz="2000"/>
              <a:t>**Slide 13: Step 2: Getting Started (Software Intro)**</a:t>
            </a:r>
          </a:p>
          <a:p>
            <a:r>
              <a:rPr sz="2000"/>
              <a:t>*   Open [Software Name].</a:t>
            </a:r>
          </a:p>
          <a:p>
            <a:r>
              <a:rPr sz="2000"/>
              <a:t>*   Create a new document/canvas.</a:t>
            </a:r>
          </a:p>
          <a:p>
            <a:r>
              <a:rPr sz="2000"/>
              <a:t>*   **Demonstration:** [Teacher demonstrates basic setup briefly]</a:t>
            </a:r>
          </a:p>
          <a:p/>
          <a:p>
            <a:r>
              <a:rPr sz="2000"/>
              <a:t>**Slide 14: Step 3: Add Your Text &amp; Images**</a:t>
            </a:r>
          </a:p>
          <a:p>
            <a:r>
              <a:rPr sz="2000"/>
              <a:t>*   **Title:** Use a big, bold **text box** for your main headline.</a:t>
            </a:r>
          </a:p>
          <a:p>
            <a:r>
              <a:rPr sz="2000"/>
              <a:t>*   **Details:** Add more **text boxes** for event information.</a:t>
            </a:r>
          </a:p>
          <a:p>
            <a:r>
              <a:rPr sz="2000"/>
              <a:t>*   **Image:** **Insert an image** from our shared folder. Resize it carefully!</a:t>
            </a:r>
          </a:p>
          <a:p>
            <a:r>
              <a:rPr sz="2000"/>
              <a:t>    *   [Image: Screenshot of inserting text/image in software]</a:t>
            </a:r>
          </a:p>
          <a:p/>
          <a:p>
            <a:r>
              <a:rPr sz="2000"/>
              <a:t>**Slide 15: Step 4: Arrange &amp; Refine Your Design**</a:t>
            </a:r>
          </a:p>
          <a:p>
            <a:r>
              <a:rPr sz="2000"/>
              <a:t>*   **Move** text boxes and images around for the best layout.</a:t>
            </a:r>
          </a:p>
          <a:p>
            <a:r>
              <a:rPr sz="2000"/>
              <a:t>*   Add a simple **shape** or **line** if you wish.</a:t>
            </a:r>
          </a:p>
          <a:p>
            <a:r>
              <a:rPr sz="2000"/>
              <a:t>*   Experiment with **colours** (remember contrast!).</a:t>
            </a:r>
          </a:p>
          <a:p>
            <a:r>
              <a:rPr sz="2000"/>
              <a:t>*   Ask yourself: Is it clear? Is it readable? Is it appealing?</a:t>
            </a:r>
          </a:p>
          <a:p>
            <a:r>
              <a:rPr sz="2000"/>
              <a:t>    *   [Image: Screenshot of arranging elements]</a:t>
            </a:r>
          </a:p>
          <a:p/>
          <a:p>
            <a:r>
              <a:rPr sz="2000"/>
              <a:t>**Slide 16: Saving &amp; Sharing Your Work**</a:t>
            </a:r>
          </a:p>
          <a:p>
            <a:r>
              <a:rPr sz="2000"/>
              <a:t>*   **Save** your project regularly!</a:t>
            </a:r>
          </a:p>
          <a:p>
            <a:r>
              <a:rPr sz="2000"/>
              <a:t>*   File &gt; Save (or similar)</a:t>
            </a:r>
          </a:p>
          <a:p>
            <a:r>
              <a:rPr sz="2000"/>
              <a:t>*   **Export/Download** as an image (e.g., JPG or PNG) for submission.</a:t>
            </a:r>
          </a:p>
          <a:p/>
          <a:p>
            <a:r>
              <a:rPr sz="2000"/>
              <a:t>**Slide 17: Peer / Self-Assessment (If time permits)**</a:t>
            </a:r>
          </a:p>
          <a:p>
            <a:r>
              <a:rPr sz="2000"/>
              <a:t>*   Look at your own poster (or a partner's).</a:t>
            </a:r>
          </a:p>
          <a:p>
            <a:r>
              <a:rPr sz="2000"/>
              <a:t>*   **Two Stars:** Name two things that are really good about the design.</a:t>
            </a:r>
          </a:p>
          <a:p>
            <a:r>
              <a:rPr sz="2000"/>
              <a:t>*   **One Wish:** Name one thing that could be improved.</a:t>
            </a:r>
          </a:p>
          <a:p>
            <a:r>
              <a:rPr sz="2000"/>
              <a:t>*   [Simple feedback form template]</a:t>
            </a:r>
          </a:p>
          <a:p/>
          <a:p>
            <a:r>
              <a:rPr sz="2000"/>
              <a:t>**Slide 18: Review &amp; Q&amp;A**</a:t>
            </a:r>
          </a:p>
          <a:p>
            <a:r>
              <a:rPr sz="2000"/>
              <a:t>*   What is DTP?</a:t>
            </a:r>
          </a:p>
          <a:p>
            <a:r>
              <a:rPr sz="2000"/>
              <a:t>*   Why use graphics in DTP?</a:t>
            </a:r>
          </a:p>
          <a:p>
            <a:r>
              <a:rPr sz="2000"/>
              <a:t>*   What are 2 things that make a poster easy to read?</a:t>
            </a:r>
          </a:p>
          <a:p>
            <a:r>
              <a:rPr sz="2000"/>
              <a:t>*   What was your favourite tool to use today?</a:t>
            </a:r>
          </a:p>
          <a:p/>
          <a:p>
            <a:r>
              <a:rPr sz="2000"/>
              <a:t>**Slide 19: Challenge &amp; Next Steps**</a:t>
            </a:r>
          </a:p>
          <a:p>
            <a:r>
              <a:rPr sz="2000"/>
              <a:t>*   How could you make your poster even better next time?</a:t>
            </a:r>
          </a:p>
          <a:p>
            <a:r>
              <a:rPr sz="2000"/>
              <a:t>*   Where else could you use DTP skills?</a:t>
            </a:r>
          </a:p>
          <a:p>
            <a:r>
              <a:rPr sz="2000"/>
              <a:t>*   Thanks for designing!</a:t>
            </a:r>
          </a:p>
          <a:p/>
          <a:p>
            <a:r>
              <a:rPr sz="2000"/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539</Words>
  <Application>Microsoft Office PowerPoint</Application>
  <PresentationFormat>Custom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Helvetica World</vt:lpstr>
      <vt:lpstr>Arial</vt:lpstr>
      <vt:lpstr>Helvetica World Bold</vt:lpstr>
      <vt:lpstr>Georgia Pro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Algorithms: Searching and Sorting</dc:title>
  <dc:description>Presentation - Algorithms: Searching and Sorting</dc:description>
  <cp:lastModifiedBy>user</cp:lastModifiedBy>
  <cp:revision>3</cp:revision>
  <dcterms:created xsi:type="dcterms:W3CDTF">2006-08-16T00:00:00Z</dcterms:created>
  <dcterms:modified xsi:type="dcterms:W3CDTF">2025-11-05T12:34:16Z</dcterms:modified>
  <dc:identifier>DAG3zzhZX2A</dc:identifier>
</cp:coreProperties>
</file>