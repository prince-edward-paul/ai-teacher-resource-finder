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yutro Sans Heavy" charset="1" panose="00000000000000000000"/>
      <p:regular r:id="rId17"/>
    </p:embeddedFont>
    <p:embeddedFont>
      <p:font typeface="Nyutro Sans" charset="1" panose="00000000000000000000"/>
      <p:regular r:id="rId18"/>
    </p:embeddedFont>
    <p:embeddedFont>
      <p:font typeface="Nyutro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1"/>
            </a:xfrm>
            <a:custGeom>
              <a:avLst/>
              <a:gdLst/>
              <a:ahLst/>
              <a:cxnLst/>
              <a:rect r="r" b="b" t="t" l="l"/>
              <a:pathLst>
                <a:path h="2782841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3919760"/>
            <a:chOff x="0" y="0"/>
            <a:chExt cx="13017500" cy="522634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3017500" cy="4386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775"/>
                </a:lnSpc>
              </a:pPr>
              <a:r>
                <a:rPr lang="en-US" b="true" sz="11775" spc="-117">
                  <a:solidFill>
                    <a:srgbClr val="E9C46A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Photosynthesis: Powering Life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492922"/>
              <a:ext cx="91821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Presented by [Your Name]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146638"/>
            <a:chOff x="0" y="0"/>
            <a:chExt cx="14935200" cy="686218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9352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9C46A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Photosynthesis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3371850"/>
              <a:ext cx="148971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Understanding the Process and Its Importance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8100" y="4514800"/>
              <a:ext cx="110617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Photosynthesis is the process by which green plants and some organisms use sunlight to synthesize foods from carbon dioxide and water, occurring in chloroplasts, essential for ecosystems.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083300"/>
            <a:ext cx="6886575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E9C46A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Photosynthesis</a:t>
            </a: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 is the process where green plants use sunlight to synthesize foods from carbon dioxide and water.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Occurs in chloroplasts of plant cells.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Essential for ecosystems: basis of food chains, oxygen production.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Key questions: What is photosynthesis? Why is it important?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E9C46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Foundation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146638"/>
            <a:chOff x="0" y="0"/>
            <a:chExt cx="14935200" cy="686218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9352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9C46A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The Photosynthesis Process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3371850"/>
              <a:ext cx="148971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Overview of Light Reactions and Calvin Cycle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8100" y="4514800"/>
              <a:ext cx="11061700" cy="2347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Photosynthesis consists of two main stages: </a:t>
              </a:r>
              <a:r>
                <a:rPr lang="en-US" b="true" sz="24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light-dependent reactions</a:t>
              </a: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harness sunlight to produce energy carriers, while the </a:t>
              </a:r>
              <a:r>
                <a:rPr lang="en-US" b="true" sz="24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Calvin cycle</a:t>
              </a: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utilizes these carriers to convert carbon dioxide into glucose.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21450"/>
            <a:ext cx="6886575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Sunlight is absorbed by chlorophyll in the thylakoid membranes.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Water molecules are split in a process called photolysis.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Oxygen is released as a byproduct.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ATP and NADPH are produced for the Calvin cycle.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33425"/>
            <a:ext cx="6886575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  <a:spcBef>
                <a:spcPct val="0"/>
              </a:spcBef>
            </a:pPr>
            <a:r>
              <a:rPr lang="en-US" b="true" sz="7800" spc="-78" strike="noStrike" u="none">
                <a:solidFill>
                  <a:srgbClr val="E9C46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Light-Dependent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21450"/>
            <a:ext cx="6886575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Occurs in the stroma of chloroplasts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Uses ATP and NADPH from light-dependent reactions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Fixation of carbon dioxide into organic molecules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Formation of glucose as an energy source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E9C46A"/>
                </a:solidFill>
                <a:latin typeface="Nyutro Sans"/>
                <a:ea typeface="Nyutro Sans"/>
                <a:cs typeface="Nyutro Sans"/>
                <a:sym typeface="Nyutro Sans"/>
              </a:rPr>
              <a:t>Essential for plant growth and energy storage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E9C46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Calvin Cycle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98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729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E9C46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Key Terms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9850" y="6038850"/>
            <a:ext cx="5448300" cy="1917700"/>
            <a:chOff x="0" y="0"/>
            <a:chExt cx="7264400" cy="2556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Chlorophyll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Green pigment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Absorbs light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038850"/>
            <a:ext cx="5448300" cy="1917700"/>
            <a:chOff x="0" y="0"/>
            <a:chExt cx="7264400" cy="25569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Photolysis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Water splitting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Releases oxygen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9763125" cy="3019425"/>
            <a:chOff x="0" y="0"/>
            <a:chExt cx="13017500" cy="4025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3017500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E9C46A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Importance of Photosynthesis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38100" y="3371850"/>
              <a:ext cx="129794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Essential process for life on Earth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5325" y="6038850"/>
            <a:ext cx="6858000" cy="3013038"/>
            <a:chOff x="0" y="0"/>
            <a:chExt cx="9144000" cy="401738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5800"/>
              <a:ext cx="9144000" cy="2931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Photosynthesis produces </a:t>
              </a:r>
              <a:r>
                <a:rPr lang="en-US" b="true" sz="24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oxygen essential</a:t>
              </a: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for animal life, creating a breathable atmosphere. This process enables aerobic organisms to thrive, forming the foundation of diverse ecosystems across the planet.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Oxygen Production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8125" y="6038850"/>
            <a:ext cx="6858000" cy="3013038"/>
            <a:chOff x="0" y="0"/>
            <a:chExt cx="9144000" cy="40173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085800"/>
              <a:ext cx="9144000" cy="2931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As the primary source of energy, photosynthesis supports </a:t>
              </a:r>
              <a:r>
                <a:rPr lang="en-US" b="true" sz="24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the entire food chain</a:t>
              </a: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 Green plants convert sunlight into chemical energy, serving as the essential energy source for herbivores and, subsequently, carnivores.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44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Food Chain Basis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98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729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E9C46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Photosynthesis Impact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9850" y="6038850"/>
            <a:ext cx="5448300" cy="1917700"/>
            <a:chOff x="0" y="0"/>
            <a:chExt cx="7264400" cy="2556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Carbon Cycle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Climate regulation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Atmospheric balance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038850"/>
            <a:ext cx="5448300" cy="2603500"/>
            <a:chOff x="0" y="0"/>
            <a:chExt cx="7264400" cy="34713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7264400" cy="2095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Agriculture Advances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2923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Crop yield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Renewable methods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460849"/>
            <a:chOff x="0" y="0"/>
            <a:chExt cx="11099800" cy="112811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08075"/>
              <a:ext cx="11099800" cy="1017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3"/>
                </a:lnSpc>
              </a:pP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Photosynthesis is essential for sustaining life on Earth. Here are the key points to remember:</a:t>
              </a:r>
            </a:p>
            <a:p>
              <a:pPr algn="l" marL="463256" indent="-231628" lvl="1">
                <a:lnSpc>
                  <a:spcPts val="3003"/>
                </a:lnSpc>
                <a:buFont typeface="Arial"/>
                <a:buChar char="•"/>
              </a:pPr>
              <a:r>
                <a:rPr lang="en-US" b="true" sz="2145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Definition:</a:t>
              </a: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Photosynthesis is the process by which green plants and some organisms use sunlight to synthesize foods from carbon dioxide and water.</a:t>
              </a:r>
            </a:p>
            <a:p>
              <a:pPr algn="l" marL="463256" indent="-231628" lvl="1">
                <a:lnSpc>
                  <a:spcPts val="3003"/>
                </a:lnSpc>
                <a:buFont typeface="Arial"/>
                <a:buChar char="•"/>
              </a:pPr>
              <a:r>
                <a:rPr lang="en-US" b="true" sz="2145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Process Steps:</a:t>
              </a:r>
            </a:p>
            <a:p>
              <a:pPr algn="l" marL="926512" indent="-308837" lvl="2">
                <a:lnSpc>
                  <a:spcPts val="3003"/>
                </a:lnSpc>
                <a:buAutoNum type="alphaLcPeriod" startAt="1"/>
              </a:pPr>
              <a:r>
                <a:rPr lang="en-US" b="true" sz="2145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Light-dependent reactions:</a:t>
              </a: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Absorption of sunlight, photolysis of water, oxygen release, production of ATP and NADPH.</a:t>
              </a:r>
            </a:p>
            <a:p>
              <a:pPr algn="l" marL="926512" indent="-308837" lvl="2">
                <a:lnSpc>
                  <a:spcPts val="3003"/>
                </a:lnSpc>
                <a:buAutoNum type="alphaLcPeriod" startAt="1"/>
              </a:pPr>
              <a:r>
                <a:rPr lang="en-US" b="true" sz="2145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Light-independent reactions (Calvin cycle):</a:t>
              </a: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Carbon fixation, glucose formation using ATP and NADPH.</a:t>
              </a:r>
            </a:p>
            <a:p>
              <a:pPr algn="l" marL="463256" indent="-231628" lvl="1">
                <a:lnSpc>
                  <a:spcPts val="3003"/>
                </a:lnSpc>
                <a:buFont typeface="Arial"/>
                <a:buChar char="•"/>
              </a:pPr>
              <a:r>
                <a:rPr lang="en-US" b="true" sz="2145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Ecological Importance:</a:t>
              </a:r>
            </a:p>
            <a:p>
              <a:pPr algn="l" marL="926512" indent="-308837" lvl="2">
                <a:lnSpc>
                  <a:spcPts val="3003"/>
                </a:lnSpc>
                <a:buFont typeface="Arial"/>
                <a:buChar char="⚬"/>
              </a:pP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Produces oxygen vital for animal life.</a:t>
              </a:r>
            </a:p>
            <a:p>
              <a:pPr algn="l" marL="926512" indent="-308837" lvl="2">
                <a:lnSpc>
                  <a:spcPts val="3003"/>
                </a:lnSpc>
                <a:buFont typeface="Arial"/>
                <a:buChar char="⚬"/>
              </a:pP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Forms the basis of the food chain, providing energy for all living organisms.</a:t>
              </a:r>
            </a:p>
            <a:p>
              <a:pPr algn="l" marL="926512" indent="-308837" lvl="2">
                <a:lnSpc>
                  <a:spcPts val="3003"/>
                </a:lnSpc>
                <a:buFont typeface="Arial"/>
                <a:buChar char="⚬"/>
              </a:pP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Plays a critical role in the carbon cycle and climate regulation.</a:t>
              </a:r>
            </a:p>
            <a:p>
              <a:pPr algn="l" marL="0" indent="0" lvl="0">
                <a:lnSpc>
                  <a:spcPts val="3003"/>
                </a:lnSpc>
              </a:pP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Encouraging further exploration of photosynthesis can enhance understanding of its impact on ecosystems. </a:t>
              </a:r>
              <a:r>
                <a:rPr lang="en-US" b="true" sz="2145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Did you know some bacteria also perform photosynthesis?</a:t>
              </a:r>
              <a:r>
                <a:rPr lang="en-US" sz="2145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This fascinating process not only sustains life but also inspires innovations in renewable energy and agriculture!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23825"/>
              <a:ext cx="110998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Photosynthesis: A crucial ecological process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00897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829550"/>
            <a:ext cx="4010025" cy="904575"/>
            <a:chOff x="0" y="0"/>
            <a:chExt cx="5346700" cy="1206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hello@reallygreatsite.com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81575" y="7829550"/>
            <a:ext cx="4010025" cy="904575"/>
            <a:chOff x="0" y="0"/>
            <a:chExt cx="5346700" cy="12061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7829550"/>
            <a:ext cx="4010025" cy="904575"/>
            <a:chOff x="0" y="0"/>
            <a:chExt cx="5346700" cy="1206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11316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E9C46A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123-456-7890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53467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E9C46A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Phone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407795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E9C46A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Photosynthesis: Powering Life</dc:description>
  <dc:identifier>DAG37H7DwXY</dc:identifier>
  <dcterms:modified xsi:type="dcterms:W3CDTF">2011-08-01T06:04:30Z</dcterms:modified>
  <cp:revision>1</cp:revision>
  <dc:title>Presentation - Photosynthesis: Powering Life</dc:title>
</cp:coreProperties>
</file>